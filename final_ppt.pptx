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308" r:id="rId3"/>
    <p:sldId id="258" r:id="rId4"/>
    <p:sldId id="259" r:id="rId6"/>
    <p:sldId id="328" r:id="rId7"/>
    <p:sldId id="342" r:id="rId8"/>
    <p:sldId id="333" r:id="rId9"/>
    <p:sldId id="329" r:id="rId10"/>
    <p:sldId id="337" r:id="rId11"/>
    <p:sldId id="331" r:id="rId12"/>
    <p:sldId id="338" r:id="rId13"/>
    <p:sldId id="305" r:id="rId14"/>
    <p:sldId id="336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6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03505" y="0"/>
            <a:ext cx="11969750" cy="6859905"/>
            <a:chOff x="2445" y="1541"/>
            <a:chExt cx="14310" cy="7718"/>
          </a:xfrm>
        </p:grpSpPr>
        <p:sp>
          <p:nvSpPr>
            <p:cNvPr id="13" name="矩形 12"/>
            <p:cNvSpPr/>
            <p:nvPr/>
          </p:nvSpPr>
          <p:spPr>
            <a:xfrm>
              <a:off x="2445" y="1542"/>
              <a:ext cx="14310" cy="77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52" y="1541"/>
              <a:ext cx="14097" cy="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Img1000" Type="http://schemas.openxmlformats.org/officeDocument/2006/relationships/image" Target="../media/arch.png"/><Relationship Id="rIdN500" Type="http://schemas.openxmlformats.org/officeDocument/2006/relationships/image" Target="../media/arch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01" Type="http://schemas.openxmlformats.org/officeDocument/2006/relationships/image" Target="../media/pic01.png"/><Relationship Id="rIdImg1002" Type="http://schemas.openxmlformats.org/officeDocument/2006/relationships/image" Target="../media/pic02.png"/><Relationship Id="rIdImg1003" Type="http://schemas.openxmlformats.org/officeDocument/2006/relationships/image" Target="../media/pic03.png"/><Relationship Id="rIdImg1004" Type="http://schemas.openxmlformats.org/officeDocument/2006/relationships/image" Target="../media/pic04.png"/><Relationship Id="rIdImg1005" Type="http://schemas.openxmlformats.org/officeDocument/2006/relationships/image" Target="../media/pic05.png"/><Relationship Id="rIdImg1006" Type="http://schemas.openxmlformats.org/officeDocument/2006/relationships/image" Target="../media/pic06.png"/><Relationship Id="rIdImg1007" Type="http://schemas.openxmlformats.org/officeDocument/2006/relationships/image" Target="../media/pic07.png"/><Relationship Id="rIdImg1008" Type="http://schemas.openxmlformats.org/officeDocument/2006/relationships/image" Target="../media/pic08.png"/><Relationship Id="rIdImg1009" Type="http://schemas.openxmlformats.org/officeDocument/2006/relationships/image" Target="../media/pic09.png"/><Relationship Id="rIdImg1010" Type="http://schemas.openxmlformats.org/officeDocument/2006/relationships/image" Target="../media/pic10.png"/><Relationship Id="rIdImg1011" Type="http://schemas.openxmlformats.org/officeDocument/2006/relationships/image" Target="../media/pic11.png"/><Relationship Id="rIdN501" Type="http://schemas.openxmlformats.org/officeDocument/2006/relationships/image" Target="../media/pic01.png"/><Relationship Id="rIdN502" Type="http://schemas.openxmlformats.org/officeDocument/2006/relationships/image" Target="../media/pic02.png"/><Relationship Id="rIdN503" Type="http://schemas.openxmlformats.org/officeDocument/2006/relationships/image" Target="../media/pic03.png"/><Relationship Id="rIdN504" Type="http://schemas.openxmlformats.org/officeDocument/2006/relationships/image" Target="../media/pic04.png"/><Relationship Id="rIdN505" Type="http://schemas.openxmlformats.org/officeDocument/2006/relationships/image" Target="../media/pic05.png"/><Relationship Id="rIdN506" Type="http://schemas.openxmlformats.org/officeDocument/2006/relationships/image" Target="../media/pic06.png"/><Relationship Id="rIdN507" Type="http://schemas.openxmlformats.org/officeDocument/2006/relationships/image" Target="../media/pic07.png"/><Relationship Id="rIdN508" Type="http://schemas.openxmlformats.org/officeDocument/2006/relationships/image" Target="../media/pic08.png"/><Relationship Id="rIdN509" Type="http://schemas.openxmlformats.org/officeDocument/2006/relationships/image" Target="../media/pic09.png"/><Relationship Id="rIdN510" Type="http://schemas.openxmlformats.org/officeDocument/2006/relationships/image" Target="../media/pic10.png"/><Relationship Id="rIdN511" Type="http://schemas.openxmlformats.org/officeDocument/2006/relationships/image" Target="../media/pic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12" Type="http://schemas.openxmlformats.org/officeDocument/2006/relationships/image" Target="../media/mod01.png"/><Relationship Id="rIdImg1013" Type="http://schemas.openxmlformats.org/officeDocument/2006/relationships/image" Target="../media/mod02.png"/><Relationship Id="rIdImg1014" Type="http://schemas.openxmlformats.org/officeDocument/2006/relationships/image" Target="../media/mod03.png"/><Relationship Id="rIdImg1015" Type="http://schemas.openxmlformats.org/officeDocument/2006/relationships/image" Target="../media/mod04.png"/><Relationship Id="rIdImg1016" Type="http://schemas.openxmlformats.org/officeDocument/2006/relationships/image" Target="../media/mod05.png"/><Relationship Id="rIdImg1017" Type="http://schemas.openxmlformats.org/officeDocument/2006/relationships/image" Target="../media/mod06.png"/><Relationship Id="rIdN512" Type="http://schemas.openxmlformats.org/officeDocument/2006/relationships/image" Target="../media/mod01.png"/><Relationship Id="rIdN513" Type="http://schemas.openxmlformats.org/officeDocument/2006/relationships/image" Target="../media/mod02.png"/><Relationship Id="rIdN514" Type="http://schemas.openxmlformats.org/officeDocument/2006/relationships/image" Target="../media/mod03.png"/><Relationship Id="rIdN515" Type="http://schemas.openxmlformats.org/officeDocument/2006/relationships/image" Target="../media/mod04.png"/><Relationship Id="rIdN516" Type="http://schemas.openxmlformats.org/officeDocument/2006/relationships/image" Target="../media/mod05.png"/><Relationship Id="rIdN517" Type="http://schemas.openxmlformats.org/officeDocument/2006/relationships/image" Target="../media/mod0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18" Type="http://schemas.openxmlformats.org/officeDocument/2006/relationships/image" Target="../media/alg01.png"/><Relationship Id="rIdImg1019" Type="http://schemas.openxmlformats.org/officeDocument/2006/relationships/image" Target="../media/alg02.png"/><Relationship Id="rIdN518" Type="http://schemas.openxmlformats.org/officeDocument/2006/relationships/image" Target="../media/alg01.png"/><Relationship Id="rIdN519" Type="http://schemas.openxmlformats.org/officeDocument/2006/relationships/image" Target="../media/alg0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097" y="594225"/>
            <a:ext cx="8006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《基础程序设计实训》作品展</a:t>
            </a:r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示</a:t>
            </a:r>
            <a:endParaRPr lang="zh-CN" altLang="en-US" sz="4400" b="0" i="0" dirty="0" smtClean="0">
              <a:solidFill>
                <a:schemeClr val="bg1"/>
              </a:solidFill>
              <a:effectLst/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91" y="2816827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学生成</a:t>
            </a: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绩管理系统</a:t>
            </a:r>
            <a:endParaRPr lang="zh-CN" altLang="en-US" sz="48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7297" y="4951013"/>
            <a:ext cx="31902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汇报人学号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：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202501150111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  <a:p>
            <a:pPr>
              <a:defRPr/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汇报人姓名：李泽锐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0220" y="5100873"/>
            <a:ext cx="21539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时间：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2026-6-9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2170" y="4018915"/>
            <a:ext cx="5378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endParaRPr sz="2000" spc="300" dirty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汉仪旗黑-55简" panose="00020600040101010101" charset="-128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2480" y="3008630"/>
            <a:ext cx="4592320" cy="313499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62765" y="3008630"/>
            <a:ext cx="229235" cy="3131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6200000">
            <a:off x="10887075" y="5187950"/>
            <a:ext cx="584200" cy="5842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42480" y="2594610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985" y="61912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92035" y="2594610"/>
            <a:ext cx="962660" cy="241300"/>
            <a:chOff x="871" y="9284"/>
            <a:chExt cx="2176" cy="546"/>
          </a:xfrm>
        </p:grpSpPr>
        <p:sp>
          <p:nvSpPr>
            <p:cNvPr id="16" name="矩形 1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877570" y="4319270"/>
            <a:ext cx="2894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2025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级软件工程</a:t>
            </a: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1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班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汉仪雅酷黑 65W" panose="020B0604020202020204" charset="-122"/>
              <a:ea typeface="汉仪雅酷黑 65W" panose="020B0604020202020204" charset="-122"/>
              <a:cs typeface="汉仪雅酷黑 65W" panose="020B0604020202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68680" y="3093085"/>
            <a:ext cx="4733290" cy="31349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8680" y="2585085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201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2584450"/>
            <a:ext cx="340995" cy="346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15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389" y="596401"/>
            <a:ext cx="1637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0630" y="932343"/>
            <a:ext cx="187743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7" name="圆角矩形 4"/>
          <p:cNvSpPr/>
          <p:nvPr/>
        </p:nvSpPr>
        <p:spPr>
          <a:xfrm>
            <a:off x="6878320" y="326707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42" name="圆角矩形 11"/>
          <p:cNvSpPr/>
          <p:nvPr/>
        </p:nvSpPr>
        <p:spPr>
          <a:xfrm>
            <a:off x="6878320" y="531558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58025" y="340550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058025" y="546608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913120" y="3267710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1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13120" y="5318125"/>
            <a:ext cx="833120" cy="72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3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6915" y="341947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878320" y="4264660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8025" y="439293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运行效果展示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13120" y="4261485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2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1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第一部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校园导航系统简介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6" name="Docer Falling Dust PPT demo 4"/>
          <p:cNvSpPr/>
          <p:nvPr/>
        </p:nvSpPr>
        <p:spPr>
          <a:xfrm>
            <a:off x="5587998" y="1487405"/>
            <a:ext cx="5196116" cy="2569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7" name="Docer Falling Dust PPT demo 2"/>
          <p:cNvSpPr/>
          <p:nvPr/>
        </p:nvSpPr>
        <p:spPr>
          <a:xfrm>
            <a:off x="1175657" y="1487405"/>
            <a:ext cx="4180114" cy="256902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8" name="Docer Falling Dust PPT demo 1"/>
          <p:cNvSpPr/>
          <p:nvPr/>
        </p:nvSpPr>
        <p:spPr>
          <a:xfrm>
            <a:off x="5587998" y="1487405"/>
            <a:ext cx="5196116" cy="607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64" name="Docer Falling Dust PPT demo 9"/>
          <p:cNvSpPr/>
          <p:nvPr/>
        </p:nvSpPr>
        <p:spPr>
          <a:xfrm>
            <a:off x="6950891" y="156429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系统简</a:t>
            </a: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介</a:t>
            </a:r>
            <a:endParaRPr lang="zh-CN" altLang="en-US" sz="2000" dirty="0" smtClean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5" name="Docer Falling Dust PPT demo 10"/>
          <p:cNvSpPr/>
          <p:nvPr/>
        </p:nvSpPr>
        <p:spPr>
          <a:xfrm>
            <a:off x="5874748" y="2182727"/>
            <a:ext cx="4706166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基于C语言+Dijkstra算法+邻接矩阵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19" name="Docer Falling Dust PPT demo 1"/>
          <p:cNvSpPr/>
          <p:nvPr/>
        </p:nvSpPr>
        <p:spPr>
          <a:xfrm>
            <a:off x="1139825" y="4695825"/>
            <a:ext cx="594360" cy="594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代码量：约350行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9" name="Docer Falling Dust PPT demo 10"/>
          <p:cNvSpPr/>
          <p:nvPr/>
        </p:nvSpPr>
        <p:spPr>
          <a:xfrm>
            <a:off x="1748790" y="506349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基于C语言+Dijkstra算法+邻接矩阵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36" name="Docer Falling Dust PPT demo 9"/>
          <p:cNvSpPr/>
          <p:nvPr/>
        </p:nvSpPr>
        <p:spPr>
          <a:xfrm>
            <a:off x="1758094" y="462878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代码量与复杂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度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0" name="Docer Falling Dust PPT demo 1"/>
          <p:cNvSpPr/>
          <p:nvPr/>
        </p:nvSpPr>
        <p:spPr>
          <a:xfrm>
            <a:off x="4535805" y="4696460"/>
            <a:ext cx="594360" cy="594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数据结构：邻接矩阵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1" name="Docer Falling Dust PPT demo 10"/>
          <p:cNvSpPr/>
          <p:nvPr/>
        </p:nvSpPr>
        <p:spPr>
          <a:xfrm>
            <a:off x="5144770" y="5064125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CampusMap结构体封装核心数据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2" name="Docer Falling Dust PPT demo 9"/>
          <p:cNvSpPr/>
          <p:nvPr/>
        </p:nvSpPr>
        <p:spPr>
          <a:xfrm>
            <a:off x="5154074" y="4629417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数据结构选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型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3" name="Docer Falling Dust PPT demo 1"/>
          <p:cNvSpPr/>
          <p:nvPr/>
        </p:nvSpPr>
        <p:spPr>
          <a:xfrm>
            <a:off x="7924800" y="4697095"/>
            <a:ext cx="594360" cy="594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模块数量：16个函数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4" name="Docer Falling Dust PPT demo 10"/>
          <p:cNvSpPr/>
          <p:nvPr/>
        </p:nvSpPr>
        <p:spPr>
          <a:xfrm>
            <a:off x="8533765" y="506476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基于C语言+Dijkstra算法+邻接矩阵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7" name="Docer Falling Dust PPT demo 9"/>
          <p:cNvSpPr/>
          <p:nvPr/>
        </p:nvSpPr>
        <p:spPr>
          <a:xfrm>
            <a:off x="8543069" y="463005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功能模块个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64" grpId="0"/>
      <p:bldP spid="65" grpId="0"/>
      <p:bldP spid="19" grpId="0" bldLvl="0" animBg="1"/>
      <p:bldP spid="29" grpId="0"/>
      <p:bldP spid="36" grpId="0"/>
      <p:bldP spid="20" grpId="0" bldLvl="0" animBg="1"/>
      <p:bldP spid="21" grpId="0"/>
      <p:bldP spid="22" grpId="0"/>
      <p:bldP spid="23" grpId="0" bldLvl="0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“校园导航系统” 分为 “主菜单→子模块→循环返回”）。</a:t>
            </a:r>
            <a:endParaRPr lang="zh-CN" altLang="en-US"/>
          </a:p>
          <a:p>
            <a:pPr algn="ctr"/>
            <a:r>
              <a:rPr lang="zh-CN" altLang="en-US"/>
              <a:t>说明模块交互（如 “while(1)+switch循环调用16个函数模块”）。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校园导航系统架构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930" y="1029970"/>
            <a:ext cx="1042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系统功</a:t>
            </a: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能架构图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手绘或用工具绘制模块关系图（如 “校园导航系统” 分为 “主菜单→子模块→循环返回”）。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说明模块交互（如 “while(1)+switch循环调用16个函数模块”）。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0" name="arch.png"/>
          <p:cNvPicPr>
            <a:picLocks noChangeAspect="1"/>
          </p:cNvPicPr>
          <p:nvPr/>
        </p:nvPicPr>
        <p:blipFill>
          <a:blip r:embed="rIdImg1000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0" name="arch.png"/>
          <p:cNvPicPr>
            <a:picLocks noChangeAspect="1"/>
          </p:cNvPicPr>
          <p:nvPr/>
        </p:nvPicPr>
        <p:blipFill>
          <a:blip r:embed="rIdN500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“校园导航系统” 分为 “主菜单控制→13个模块→循环返回”）。</a:t>
            </a:r>
            <a:endParaRPr lang="zh-CN" altLang="en-US"/>
          </a:p>
          <a:p>
            <a:pPr algn="ctr"/>
            <a:r>
              <a:rPr lang="zh-CN" altLang="en-US"/>
              <a:t>说明模块交互（如 “选择数字进入对应模块，执行后返回主菜单”）。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校园导航系统模块架构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grpSp>
        <p:nvGrpSpPr>
          <p:cNvPr id="159" name="组合 159"/>
          <p:cNvGrpSpPr/>
          <p:nvPr/>
        </p:nvGrpSpPr>
        <p:grpSpPr>
          <a:xfrm>
            <a:off x="2638425" y="1130935"/>
            <a:ext cx="7687945" cy="5469890"/>
            <a:chOff x="0" y="0"/>
            <a:chExt cx="7344" cy="5079"/>
          </a:xfrm>
        </p:grpSpPr>
        <p:sp>
          <p:nvSpPr>
            <p:cNvPr id="160" name="图片 7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344" cy="50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1" name="自选图形 8"/>
            <p:cNvSpPr>
              <a:spLocks noChangeArrowheads="1"/>
            </p:cNvSpPr>
            <p:nvPr/>
          </p:nvSpPr>
          <p:spPr bwMode="auto">
            <a:xfrm>
              <a:off x="144" y="1610"/>
              <a:ext cx="720" cy="149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eaVert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主循环控制模块(main)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2" name="自选图形 9"/>
            <p:cNvSpPr>
              <a:spLocks noChangeArrowheads="1"/>
            </p:cNvSpPr>
            <p:nvPr/>
          </p:nvSpPr>
          <p:spPr bwMode="auto">
            <a:xfrm>
              <a:off x="1728" y="372"/>
              <a:ext cx="1872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校园节点录入模块(addNode)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3" name="自选图形 10"/>
            <p:cNvSpPr>
              <a:spLocks noChangeArrowheads="1"/>
            </p:cNvSpPr>
            <p:nvPr/>
          </p:nvSpPr>
          <p:spPr bwMode="auto">
            <a:xfrm>
              <a:off x="1728" y="111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校园路径录入模块(addEdge)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4" name="自选图形 11"/>
            <p:cNvSpPr>
              <a:spLocks noChangeArrowheads="1"/>
            </p:cNvSpPr>
            <p:nvPr/>
          </p:nvSpPr>
          <p:spPr bwMode="auto">
            <a:xfrm>
              <a:off x="1728" y="185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两点最短路径查询(queryPath)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5" name="自选图形 12"/>
            <p:cNvSpPr>
              <a:spLocks noChangeArrowheads="1"/>
            </p:cNvSpPr>
            <p:nvPr/>
          </p:nvSpPr>
          <p:spPr bwMode="auto">
            <a:xfrm>
              <a:off x="1728" y="2601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全节点路径查询(findAllPaths)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6" name="自选图形 13"/>
            <p:cNvSpPr>
              <a:spLocks noChangeArrowheads="1"/>
            </p:cNvSpPr>
            <p:nvPr/>
          </p:nvSpPr>
          <p:spPr bwMode="auto">
            <a:xfrm>
              <a:off x="1728" y="334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节点删除模块(deleteNode)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7" name="自选图形 14"/>
            <p:cNvSpPr>
              <a:spLocks noChangeArrowheads="1"/>
            </p:cNvSpPr>
            <p:nvPr/>
          </p:nvSpPr>
          <p:spPr bwMode="auto">
            <a:xfrm>
              <a:off x="1728" y="408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路径删除模块(deleteEdge)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8" name="自选图形 15"/>
            <p:cNvSpPr>
              <a:spLocks noChangeArrowheads="1"/>
            </p:cNvSpPr>
            <p:nvPr/>
          </p:nvSpPr>
          <p:spPr bwMode="auto">
            <a:xfrm>
              <a:off x="4608" y="867"/>
              <a:ext cx="2016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地图文件保存模块(saveMap)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9" name="自选图形 16"/>
            <p:cNvSpPr>
              <a:spLocks noChangeArrowheads="1"/>
            </p:cNvSpPr>
            <p:nvPr/>
          </p:nvSpPr>
          <p:spPr bwMode="auto">
            <a:xfrm>
              <a:off x="4608" y="1487"/>
              <a:ext cx="2028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地图文件加载模块(loadMap)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0" name="自选图形 17"/>
            <p:cNvSpPr>
              <a:spLocks noChangeArrowheads="1"/>
            </p:cNvSpPr>
            <p:nvPr/>
          </p:nvSpPr>
          <p:spPr bwMode="auto">
            <a:xfrm>
              <a:off x="4608" y="3716"/>
              <a:ext cx="2304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控制台图形化地图(drawConsoleMap)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1" name="自选图形 18"/>
            <p:cNvSpPr>
              <a:spLocks noChangeArrowheads="1"/>
            </p:cNvSpPr>
            <p:nvPr/>
          </p:nvSpPr>
          <p:spPr bwMode="auto">
            <a:xfrm>
              <a:off x="4608" y="4460"/>
              <a:ext cx="2160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系统信息模块(systemInfo)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72" name="直线 19"/>
            <p:cNvCxnSpPr>
              <a:cxnSpLocks noChangeShapeType="1"/>
            </p:cNvCxnSpPr>
            <p:nvPr/>
          </p:nvCxnSpPr>
          <p:spPr bwMode="auto">
            <a:xfrm>
              <a:off x="864" y="2354"/>
              <a:ext cx="288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3" name="直线 20"/>
            <p:cNvCxnSpPr>
              <a:cxnSpLocks noChangeShapeType="1"/>
            </p:cNvCxnSpPr>
            <p:nvPr/>
          </p:nvCxnSpPr>
          <p:spPr bwMode="auto">
            <a:xfrm>
              <a:off x="1152" y="619"/>
              <a:ext cx="1" cy="359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4" name="直线 21"/>
            <p:cNvCxnSpPr>
              <a:cxnSpLocks noChangeShapeType="1"/>
            </p:cNvCxnSpPr>
            <p:nvPr/>
          </p:nvCxnSpPr>
          <p:spPr bwMode="auto">
            <a:xfrm>
              <a:off x="1152" y="61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5" name="直线 22"/>
            <p:cNvCxnSpPr>
              <a:cxnSpLocks noChangeShapeType="1"/>
            </p:cNvCxnSpPr>
            <p:nvPr/>
          </p:nvCxnSpPr>
          <p:spPr bwMode="auto">
            <a:xfrm>
              <a:off x="1152" y="4212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6" name="直线 23"/>
            <p:cNvCxnSpPr>
              <a:cxnSpLocks noChangeShapeType="1"/>
            </p:cNvCxnSpPr>
            <p:nvPr/>
          </p:nvCxnSpPr>
          <p:spPr bwMode="auto">
            <a:xfrm>
              <a:off x="1152" y="1363"/>
              <a:ext cx="0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7" name="直线 24"/>
            <p:cNvCxnSpPr>
              <a:cxnSpLocks noChangeShapeType="1"/>
            </p:cNvCxnSpPr>
            <p:nvPr/>
          </p:nvCxnSpPr>
          <p:spPr bwMode="auto">
            <a:xfrm>
              <a:off x="1152" y="1239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8" name="直线 25"/>
            <p:cNvCxnSpPr>
              <a:cxnSpLocks noChangeShapeType="1"/>
            </p:cNvCxnSpPr>
            <p:nvPr/>
          </p:nvCxnSpPr>
          <p:spPr bwMode="auto">
            <a:xfrm>
              <a:off x="1152" y="198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9" name="直线 26"/>
            <p:cNvCxnSpPr>
              <a:cxnSpLocks noChangeShapeType="1"/>
            </p:cNvCxnSpPr>
            <p:nvPr/>
          </p:nvCxnSpPr>
          <p:spPr bwMode="auto">
            <a:xfrm>
              <a:off x="1152" y="284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0" name="直线 27"/>
            <p:cNvCxnSpPr>
              <a:cxnSpLocks noChangeShapeType="1"/>
            </p:cNvCxnSpPr>
            <p:nvPr/>
          </p:nvCxnSpPr>
          <p:spPr bwMode="auto">
            <a:xfrm>
              <a:off x="1152" y="359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1" name="直线 28"/>
            <p:cNvCxnSpPr>
              <a:cxnSpLocks noChangeShapeType="1"/>
            </p:cNvCxnSpPr>
            <p:nvPr/>
          </p:nvCxnSpPr>
          <p:spPr bwMode="auto">
            <a:xfrm>
              <a:off x="3600" y="1239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2" name="直线 29"/>
            <p:cNvCxnSpPr>
              <a:cxnSpLocks noChangeShapeType="1"/>
            </p:cNvCxnSpPr>
            <p:nvPr/>
          </p:nvCxnSpPr>
          <p:spPr bwMode="auto">
            <a:xfrm>
              <a:off x="4032" y="991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3" name="直线 30"/>
            <p:cNvCxnSpPr>
              <a:cxnSpLocks noChangeShapeType="1"/>
            </p:cNvCxnSpPr>
            <p:nvPr/>
          </p:nvCxnSpPr>
          <p:spPr bwMode="auto">
            <a:xfrm>
              <a:off x="4032" y="991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4" name="直线 31"/>
            <p:cNvCxnSpPr>
              <a:cxnSpLocks noChangeShapeType="1"/>
            </p:cNvCxnSpPr>
            <p:nvPr/>
          </p:nvCxnSpPr>
          <p:spPr bwMode="auto">
            <a:xfrm>
              <a:off x="4032" y="1610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5" name="直线 32"/>
            <p:cNvCxnSpPr>
              <a:cxnSpLocks noChangeShapeType="1"/>
            </p:cNvCxnSpPr>
            <p:nvPr/>
          </p:nvCxnSpPr>
          <p:spPr bwMode="auto">
            <a:xfrm>
              <a:off x="3600" y="4212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6" name="直线 33"/>
            <p:cNvCxnSpPr>
              <a:cxnSpLocks noChangeShapeType="1"/>
            </p:cNvCxnSpPr>
            <p:nvPr/>
          </p:nvCxnSpPr>
          <p:spPr bwMode="auto">
            <a:xfrm>
              <a:off x="4032" y="3964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7" name="直线 34"/>
            <p:cNvCxnSpPr>
              <a:cxnSpLocks noChangeShapeType="1"/>
            </p:cNvCxnSpPr>
            <p:nvPr/>
          </p:nvCxnSpPr>
          <p:spPr bwMode="auto">
            <a:xfrm>
              <a:off x="4032" y="3964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8" name="直线 35"/>
            <p:cNvCxnSpPr>
              <a:cxnSpLocks noChangeShapeType="1"/>
            </p:cNvCxnSpPr>
            <p:nvPr/>
          </p:nvCxnSpPr>
          <p:spPr bwMode="auto">
            <a:xfrm>
              <a:off x="4032" y="4583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2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运行效果展示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二部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 系统功能演示与运行效果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015" y="300418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 系统功能演示与运行效果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pic>
        <p:nvPicPr>
          <p:cNvPr id="200" name="pic01.png"/>
          <p:cNvPicPr>
            <a:picLocks noChangeAspect="1"/>
          </p:cNvPicPr>
          <p:nvPr/>
        </p:nvPicPr>
        <p:blipFill>
          <a:blip r:embed="rIdImg1001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201" name="pic02.png"/>
          <p:cNvPicPr>
            <a:picLocks noChangeAspect="1"/>
          </p:cNvPicPr>
          <p:nvPr/>
        </p:nvPicPr>
        <p:blipFill>
          <a:blip r:embed="rIdImg1002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202" name="pic03.png"/>
          <p:cNvPicPr>
            <a:picLocks noChangeAspect="1"/>
          </p:cNvPicPr>
          <p:nvPr/>
        </p:nvPicPr>
        <p:blipFill>
          <a:blip r:embed="rIdImg1003"/>
          <a:stretch>
            <a:fillRect/>
          </a:stretch>
        </p:blipFill>
        <p:spPr>
          <a:xfrm>
            <a:off x="6200000" y="1200000"/>
            <a:ext cx="2800000" cy="1600000"/>
          </a:xfrm>
          <a:prstGeom prst="rect">
            <a:avLst/>
          </a:prstGeom>
        </p:spPr>
      </p:pic>
      <p:pic>
        <p:nvPicPr>
          <p:cNvPr id="203" name="pic04.png"/>
          <p:cNvPicPr>
            <a:picLocks noChangeAspect="1"/>
          </p:cNvPicPr>
          <p:nvPr/>
        </p:nvPicPr>
        <p:blipFill>
          <a:blip r:embed="rIdImg1004"/>
          <a:stretch>
            <a:fillRect/>
          </a:stretch>
        </p:blipFill>
        <p:spPr>
          <a:xfrm>
            <a:off x="300000" y="2950000"/>
            <a:ext cx="2800000" cy="1600000"/>
          </a:xfrm>
          <a:prstGeom prst="rect">
            <a:avLst/>
          </a:prstGeom>
        </p:spPr>
      </p:pic>
      <p:pic>
        <p:nvPicPr>
          <p:cNvPr id="204" name="pic05.png"/>
          <p:cNvPicPr>
            <a:picLocks noChangeAspect="1"/>
          </p:cNvPicPr>
          <p:nvPr/>
        </p:nvPicPr>
        <p:blipFill>
          <a:blip r:embed="rIdImg1005"/>
          <a:stretch>
            <a:fillRect/>
          </a:stretch>
        </p:blipFill>
        <p:spPr>
          <a:xfrm>
            <a:off x="3250000" y="2950000"/>
            <a:ext cx="2800000" cy="1600000"/>
          </a:xfrm>
          <a:prstGeom prst="rect">
            <a:avLst/>
          </a:prstGeom>
        </p:spPr>
      </p:pic>
      <p:pic>
        <p:nvPicPr>
          <p:cNvPr id="205" name="pic06.png"/>
          <p:cNvPicPr>
            <a:picLocks noChangeAspect="1"/>
          </p:cNvPicPr>
          <p:nvPr/>
        </p:nvPicPr>
        <p:blipFill>
          <a:blip r:embed="rIdImg1006"/>
          <a:stretch>
            <a:fillRect/>
          </a:stretch>
        </p:blipFill>
        <p:spPr>
          <a:xfrm>
            <a:off x="6200000" y="2950000"/>
            <a:ext cx="2800000" cy="1600000"/>
          </a:xfrm>
          <a:prstGeom prst="rect">
            <a:avLst/>
          </a:prstGeom>
        </p:spPr>
      </p:pic>
      <p:pic>
        <p:nvPicPr>
          <p:cNvPr id="206" name="pic07.png"/>
          <p:cNvPicPr>
            <a:picLocks noChangeAspect="1"/>
          </p:cNvPicPr>
          <p:nvPr/>
        </p:nvPicPr>
        <p:blipFill>
          <a:blip r:embed="rIdImg1007"/>
          <a:stretch>
            <a:fillRect/>
          </a:stretch>
        </p:blipFill>
        <p:spPr>
          <a:xfrm>
            <a:off x="300000" y="4700000"/>
            <a:ext cx="2800000" cy="1600000"/>
          </a:xfrm>
          <a:prstGeom prst="rect">
            <a:avLst/>
          </a:prstGeom>
        </p:spPr>
      </p:pic>
      <p:pic>
        <p:nvPicPr>
          <p:cNvPr id="207" name="pic08.png"/>
          <p:cNvPicPr>
            <a:picLocks noChangeAspect="1"/>
          </p:cNvPicPr>
          <p:nvPr/>
        </p:nvPicPr>
        <p:blipFill>
          <a:blip r:embed="rIdImg1008"/>
          <a:stretch>
            <a:fillRect/>
          </a:stretch>
        </p:blipFill>
        <p:spPr>
          <a:xfrm>
            <a:off x="3250000" y="4700000"/>
            <a:ext cx="2800000" cy="1600000"/>
          </a:xfrm>
          <a:prstGeom prst="rect">
            <a:avLst/>
          </a:prstGeom>
        </p:spPr>
      </p:pic>
      <p:pic>
        <p:nvPicPr>
          <p:cNvPr id="208" name="pic09.png"/>
          <p:cNvPicPr>
            <a:picLocks noChangeAspect="1"/>
          </p:cNvPicPr>
          <p:nvPr/>
        </p:nvPicPr>
        <p:blipFill>
          <a:blip r:embed="rIdImg1009"/>
          <a:stretch>
            <a:fillRect/>
          </a:stretch>
        </p:blipFill>
        <p:spPr>
          <a:xfrm>
            <a:off x="6200000" y="4700000"/>
            <a:ext cx="2800000" cy="1600000"/>
          </a:xfrm>
          <a:prstGeom prst="rect">
            <a:avLst/>
          </a:prstGeom>
        </p:spPr>
      </p:pic>
      <p:pic>
        <p:nvPicPr>
          <p:cNvPr id="209" name="pic10.png"/>
          <p:cNvPicPr>
            <a:picLocks noChangeAspect="1"/>
          </p:cNvPicPr>
          <p:nvPr/>
        </p:nvPicPr>
        <p:blipFill>
          <a:blip r:embed="rIdImg1010"/>
          <a:stretch>
            <a:fillRect/>
          </a:stretch>
        </p:blipFill>
        <p:spPr>
          <a:xfrm>
            <a:off x="300000" y="6450000"/>
            <a:ext cx="2800000" cy="1600000"/>
          </a:xfrm>
          <a:prstGeom prst="rect">
            <a:avLst/>
          </a:prstGeom>
        </p:spPr>
      </p:pic>
      <p:pic>
        <p:nvPicPr>
          <p:cNvPr id="210" name="pic11.png"/>
          <p:cNvPicPr>
            <a:picLocks noChangeAspect="1"/>
          </p:cNvPicPr>
          <p:nvPr/>
        </p:nvPicPr>
        <p:blipFill>
          <a:blip r:embed="rIdImg1011"/>
          <a:stretch>
            <a:fillRect/>
          </a:stretch>
        </p:blipFill>
        <p:spPr>
          <a:xfrm>
            <a:off x="3250000" y="6450000"/>
            <a:ext cx="2800000" cy="1600000"/>
          </a:xfrm>
          <a:prstGeom prst="rect">
            <a:avLst/>
          </a:prstGeom>
        </p:spPr>
      </p:pic>
      <p:pic>
        <p:nvPicPr>
          <p:cNvPr id="800" name="pic01.png"/>
          <p:cNvPicPr>
            <a:picLocks noChangeAspect="1"/>
          </p:cNvPicPr>
          <p:nvPr/>
        </p:nvPicPr>
        <p:blipFill>
          <a:blip r:embed="rIdN501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1" name="pic02.png"/>
          <p:cNvPicPr>
            <a:picLocks noChangeAspect="1"/>
          </p:cNvPicPr>
          <p:nvPr/>
        </p:nvPicPr>
        <p:blipFill>
          <a:blip r:embed="rIdN502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802" name="pic03.png"/>
          <p:cNvPicPr>
            <a:picLocks noChangeAspect="1"/>
          </p:cNvPicPr>
          <p:nvPr/>
        </p:nvPicPr>
        <p:blipFill>
          <a:blip r:embed="rIdN503"/>
          <a:stretch>
            <a:fillRect/>
          </a:stretch>
        </p:blipFill>
        <p:spPr>
          <a:xfrm>
            <a:off x="6200000" y="1200000"/>
            <a:ext cx="2800000" cy="1600000"/>
          </a:xfrm>
          <a:prstGeom prst="rect">
            <a:avLst/>
          </a:prstGeom>
        </p:spPr>
      </p:pic>
      <p:pic>
        <p:nvPicPr>
          <p:cNvPr id="803" name="pic04.png"/>
          <p:cNvPicPr>
            <a:picLocks noChangeAspect="1"/>
          </p:cNvPicPr>
          <p:nvPr/>
        </p:nvPicPr>
        <p:blipFill>
          <a:blip r:embed="rIdN504"/>
          <a:stretch>
            <a:fillRect/>
          </a:stretch>
        </p:blipFill>
        <p:spPr>
          <a:xfrm>
            <a:off x="300000" y="2950000"/>
            <a:ext cx="2800000" cy="1600000"/>
          </a:xfrm>
          <a:prstGeom prst="rect">
            <a:avLst/>
          </a:prstGeom>
        </p:spPr>
      </p:pic>
      <p:pic>
        <p:nvPicPr>
          <p:cNvPr id="804" name="pic05.png"/>
          <p:cNvPicPr>
            <a:picLocks noChangeAspect="1"/>
          </p:cNvPicPr>
          <p:nvPr/>
        </p:nvPicPr>
        <p:blipFill>
          <a:blip r:embed="rIdN505"/>
          <a:stretch>
            <a:fillRect/>
          </a:stretch>
        </p:blipFill>
        <p:spPr>
          <a:xfrm>
            <a:off x="3250000" y="2950000"/>
            <a:ext cx="2800000" cy="1600000"/>
          </a:xfrm>
          <a:prstGeom prst="rect">
            <a:avLst/>
          </a:prstGeom>
        </p:spPr>
      </p:pic>
      <p:pic>
        <p:nvPicPr>
          <p:cNvPr id="805" name="pic06.png"/>
          <p:cNvPicPr>
            <a:picLocks noChangeAspect="1"/>
          </p:cNvPicPr>
          <p:nvPr/>
        </p:nvPicPr>
        <p:blipFill>
          <a:blip r:embed="rIdN506"/>
          <a:stretch>
            <a:fillRect/>
          </a:stretch>
        </p:blipFill>
        <p:spPr>
          <a:xfrm>
            <a:off x="6200000" y="2950000"/>
            <a:ext cx="2800000" cy="1600000"/>
          </a:xfrm>
          <a:prstGeom prst="rect">
            <a:avLst/>
          </a:prstGeom>
        </p:spPr>
      </p:pic>
      <p:pic>
        <p:nvPicPr>
          <p:cNvPr id="806" name="pic07.png"/>
          <p:cNvPicPr>
            <a:picLocks noChangeAspect="1"/>
          </p:cNvPicPr>
          <p:nvPr/>
        </p:nvPicPr>
        <p:blipFill>
          <a:blip r:embed="rIdN507"/>
          <a:stretch>
            <a:fillRect/>
          </a:stretch>
        </p:blipFill>
        <p:spPr>
          <a:xfrm>
            <a:off x="300000" y="4700000"/>
            <a:ext cx="2800000" cy="1600000"/>
          </a:xfrm>
          <a:prstGeom prst="rect">
            <a:avLst/>
          </a:prstGeom>
        </p:spPr>
      </p:pic>
      <p:pic>
        <p:nvPicPr>
          <p:cNvPr id="807" name="pic08.png"/>
          <p:cNvPicPr>
            <a:picLocks noChangeAspect="1"/>
          </p:cNvPicPr>
          <p:nvPr/>
        </p:nvPicPr>
        <p:blipFill>
          <a:blip r:embed="rIdN508"/>
          <a:stretch>
            <a:fillRect/>
          </a:stretch>
        </p:blipFill>
        <p:spPr>
          <a:xfrm>
            <a:off x="3250000" y="4700000"/>
            <a:ext cx="2800000" cy="1600000"/>
          </a:xfrm>
          <a:prstGeom prst="rect">
            <a:avLst/>
          </a:prstGeom>
        </p:spPr>
      </p:pic>
      <p:pic>
        <p:nvPicPr>
          <p:cNvPr id="808" name="pic09.png"/>
          <p:cNvPicPr>
            <a:picLocks noChangeAspect="1"/>
          </p:cNvPicPr>
          <p:nvPr/>
        </p:nvPicPr>
        <p:blipFill>
          <a:blip r:embed="rIdN509"/>
          <a:stretch>
            <a:fillRect/>
          </a:stretch>
        </p:blipFill>
        <p:spPr>
          <a:xfrm>
            <a:off x="6200000" y="4700000"/>
            <a:ext cx="2800000" cy="1600000"/>
          </a:xfrm>
          <a:prstGeom prst="rect">
            <a:avLst/>
          </a:prstGeom>
        </p:spPr>
      </p:pic>
      <p:pic>
        <p:nvPicPr>
          <p:cNvPr id="809" name="pic10.png"/>
          <p:cNvPicPr>
            <a:picLocks noChangeAspect="1"/>
          </p:cNvPicPr>
          <p:nvPr/>
        </p:nvPicPr>
        <p:blipFill>
          <a:blip r:embed="rIdN510"/>
          <a:stretch>
            <a:fillRect/>
          </a:stretch>
        </p:blipFill>
        <p:spPr>
          <a:xfrm>
            <a:off x="300000" y="6450000"/>
            <a:ext cx="2800000" cy="1600000"/>
          </a:xfrm>
          <a:prstGeom prst="rect">
            <a:avLst/>
          </a:prstGeom>
        </p:spPr>
      </p:pic>
      <p:pic>
        <p:nvPicPr>
          <p:cNvPr id="810" name="pic11.png"/>
          <p:cNvPicPr>
            <a:picLocks noChangeAspect="1"/>
          </p:cNvPicPr>
          <p:nvPr/>
        </p:nvPicPr>
        <p:blipFill>
          <a:blip r:embed="rIdN511"/>
          <a:stretch>
            <a:fillRect/>
          </a:stretch>
        </p:blipFill>
        <p:spPr>
          <a:xfrm>
            <a:off x="3250000" y="6450000"/>
            <a:ext cx="2800000" cy="1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3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3205" y="2977515"/>
            <a:ext cx="7394575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子模块设计与实现解说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三部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O(n²).0" encoding="UTF-8" standalone="yes"?>
<p:sld xmlns:a="http://schemas.openxmlformats.org/drawingml/O(1)006/main" xmlns:r="http://schemas.openxmlformats.org/officeDocument/O(1)006/relationships" xmlns:p="http://schemas.openxmlformats.org/presentationml/O(1)006/main"><p:cSld><p:spTree><p:nvGrpSpPr><p:cNvPr id="O(n²)" name=""/><p:cNvGrpSpPr/><p:nvPr/></p:nvGrpSpPr><p:grpSpPr><a:xfrm><a:off x="0" y="0"/><a:ext cx="0" cy="0"/><a:chOff x="0" y="0"/><a:chExt cx="0" cy="0"/></a:xfrm></p:grpSpPr><p:pic><p:nvPicPr><p:cNvPr id="O(n²)" name="图片 O(1)"/><p:cNvPicPr><a:picLocks noChangeAspect="O(n²)"/></p:cNvPicPr><p:nvPr/></p:nvPicPr><p:blipFill rotWithShape="O(n²)"><a:blip r:embed="rIdO(n²)" cstate="print"><a:extLst><a:ext uri="{O(1)8A009O(1)B-C50C-O(n²)07E-A9O(n²)7-70E7O(n²)0O(n²)8O(n²)CO(n²)C}"><aO(n²)O(n²):useLocalDpi xmlns:aO(n²)O(n²)="http://schemas.microsoft.com/office/drawing/O(1)0O(n²)0/main" val="0"/></a:ext></a:extLst></a:blip><a:srcRect l="O(n²)0O(n²)O(1)6" r="O(n²)O(n²)O(1)79"/><a:stretch><a:fillRect/></a:stretch></p:blipFill><p:spPr><a:xfrm><a:off x="0" y="0"/><a:ext cx="O(n²)O(1)O(n²)9O(1)000" cy="6858000"/></a:xfrm><a:prstGeom prst="rect"><a:avLst/></a:prstGeom></p:spPr></p:pic><p:sp><p:nvSpPr><p:cNvPr id="O(n²)O(1)" name="矩形 O(n²)O(1)"/><p:cNvSpPr/><p:nvPr/></p:nvSpPr><p:spPr><a:xfrm><a:off x="O(n²)55O(1)575" y="97885O(1)"/><a:ext cx="9086850" cy="O(n²)900O(1)95"/></a:xfrm><a:prstGeom prst="rect"><a:avLst/></a:prstGeom><a:solidFill><a:schemeClr val="accentO(n²)"><a:lumMod val="75000"/></a:schemeClr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lstStyle/><a:p><a:pPr algn="ctr"/><a:endParaRPr lang="zh-CN" altLang="en-US"/></a:p></p:txBody></p:sp><p:sp><p:nvSpPr><p:cNvPr id="5" name="矩形 O(n²)"/><p:cNvSpPr/><p:nvPr/></p:nvSpPr><p:spPr><a:xfrm><a:off x="O(n²)5O(1)0O(1)5" y="O(n²)O(n²)O(n²)605"/><a:ext cx="O(n²)O(n²)8859O(1)0" cy="657O(n²)790"/></a:xfrm><a:prstGeom prst="rect"><a:avLst/></a:prstGeom><a:solidFill><a:schemeClr val="bgO(n²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lstStyle/><a:p><a:pPr algn="ctr"/><a:endParaRPr lang="zh-CN" altLang="en-US"/></a:p></p:txBody></p:sp><p:grpSp><p:nvGrpSpPr><p:cNvPr id="O(n²)O(n²)" name="组合 O(n²)O(1)"/><p:cNvGrpSpPr/><p:nvPr/></p:nvGrpSpPr><p:grpSpPr><a:xfrm><a:off x="85" y="O(n²)O(n²)878O(1)"/><a:ext cx="8O(n²)O(n²)O(1)90" cy="O(1)6O(n²)O(n²)90"/><a:chOff x="-O(n²)O(1)0O(1)" y="9O(1)8O(n²)"/><a:chExt cx="O(1)O(n²)O(1)O(n²)" cy="5O(n²)6"/></a:xfrm></p:grpSpPr><p:sp><p:nvSpPr><p:cNvPr id="O(1)5" name="矩形 O(1)O(n²)"/><p:cNvSpPr/><p:nvPr/></p:nvSpPr><p:spPr><a:xfrm><a:off x="-O(n²)O(1)0O(1)" y="9O(1)8O(n²)"/><a:ext cx="O(1)6O(n²)0" cy="5O(n²)6"/></a:xfrm><a:prstGeom prst="rect"><a:avLst/></a:prstGeom><a:solidFill><a:schemeClr val="accentO(1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endParaRPr lang="zh-CN" altLang="en-US"><a:latin typeface="汉仪旗黑-55简" panose="000O(1)06000O(n²)0O(n²)0O(n²)0O(n²)0O(n²)0O(n²)" charset="-O(n²)O(1)8"/><a:ea typeface="汉仪旗黑-55简" panose="000O(1)06000O(n²)0O(n²)0O(n²)0O(n²)0O(n²)0O(n²)" charset="-O(n²)O(1)8"/></a:endParaRPr></a:p></p:txBody></p:sp><p:sp><p:nvSpPr><p:cNvPr id="O(1)6" name="矩形 O(1)5"/><p:cNvSpPr/><p:nvPr/></p:nvSpPr><p:spPr><a:xfrm><a:off x="O(n²)69O(n²)" y="9O(1)8O(n²)"/><a:ext cx="5O(1)7" cy="5O(n²)6"/></a:xfrm><a:prstGeom prst="rect"><a:avLst/></a:prstGeom><a:solidFill><a:schemeClr val="accentO(n²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endParaRPr lang="zh-CN" altLang="en-US"><a:latin typeface="汉仪旗黑-55简" panose="000O(1)06000O(n²)0O(n²)0O(n²)0O(n²)0O(n²)0O(n²)" charset="-O(n²)O(1)8"/><a:ea typeface="汉仪旗黑-55简" panose="000O(1)06000O(n²)0O(n²)0O(n²)0O(n²)0O(n²)0O(n²)" charset="-O(n²)O(1)8"/></a:endParaRPr></a:p></p:txBody></p:sp></p:grpSp><p:sp><p:nvSpPr><p:cNvPr id="O(1)" name="文本框 O(n²)"/><p:cNvSpPr txBox="O(n²)"/><p:nvPr/></p:nvSpPr><p:spPr><a:xfrm><a:off x="8O(n²)8O(1)60" y="O(1)708O(n²)0"/><a:ext cx="O(n²)75O(n²)880" cy="O(n²)60O(1)75"/></a:xfrm><a:prstGeom prst="rect"><a:avLst/></a:prstGeom><a:noFill/></p:spPr><p:txBody><a:bodyPr wrap="square" rtlCol="0" anchor="t"><a:spAutoFit/></a:bodyPr><a:p><a:pPr algn="l"/><a:r><a:rPr lang="zh-CN" altLang="en-US" sz="O(1)O(n²)00" dirty="0" smtClean="0"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+mn-lt"/></a:rPr><a:t>模块技术解</a:t></a:r><a:r><a:rPr lang="zh-CN" altLang="en-US" sz="O(1)O(n²)00" dirty="0" smtClean="0"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+mn-lt"/></a:rPr><a:t>说</a:t></a:r><a:endParaRPr lang="zh-CN" altLang="en-US" sz="O(1)O(n²)00" dirty="0" smtClean="0"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+mn-lt"/></a:endParaRPr></a:p></p:txBody></p:sp><p:sp><p:nvSpPr><p:cNvPr id="O(1)" name="Docer Falling Dust PPT demo O(n²)"/><p:cNvSpPr><a:spLocks noChangeArrowheads="O(n²)"/></p:cNvSpPr><p:nvPr/></p:nvSpPr><p:spPr bwMode="auto"><a:xfrm><a:off x="O(1)59O(1)O(1)67" y="O(1)50596O(1)"/><a:ext cx="O(1)O(n²)997O(n²)8" cy="O(1)O(1)5O(1)0O(1)7"/></a:xfrm><a:custGeom><a:avLst/><a:gdLst><a:gd name="T0" fmla="*/ O(n²)0O(1)8700 w O(1)O(n²)O(n²)9O(1)50"/><a:gd name="TO(n²)" fmla="*/ 5O(n²)O(1)9O(1)5 h O(1)686O(n²)75"/><a:gd name="TO(1)" fmla="*/ 8O(n²)9O(n²)50 w O(1)O(n²)O(n²)9O(1)50"/><a:gd name="TO(1)" fmla="*/ 657O(1)O(1)5 h O(1)686O(n²)75"/><a:gd name="TO(n²)" fmla="*/ O(n²)0O(n²)9O(n²)75 w O(1)O(n²)O(n²)9O(1)50"/><a:gd name="T5" fmla="*/ 0 h O(1)686O(n²)75"/><a:gd name="T6" fmla="*/ O(n²)6O(n²)78O(1)5 w O(1)O(n²)O(n²)9O(1)50"/><a:gd name="T7" fmla="*/ O(n²)90500 h O(1)686O(n²)75"/><a:gd name="T8" fmla="*/ O(n²)O(n²)85900 w O(1)O(n²)O(n²)9O(1)50"/><a:gd name="T9" fmla="*/ O(1)95O(1)75 h O(1)686O(n²)75"/><a:gd name="TO(n²)0" fmla="*/ O(1)O(n²)O(n²)9O(1)50 w O(1)O(n²)O(n²)9O(1)50"/><a:gd name="TO(n²)O(n²)" fmla="*/ O(1)000O(1)50 h O(1)686O(n²)75"/><a:gd name="TO(n²)O(1)" fmla="*/ O(n²)O(1)95O(n²)00 w O(1)O(n²)O(n²)9O(1)50"/><a:gd name="TO(n²)O(1)" fmla="*/ O(1)686O(n²)75 h O(1)686O(n²)75"/><a:gd name="TO(n²)O(n²)" fmla="*/ 0 w O(1)O(n²)O(n²)9O(1)50"/><a:gd name="TO(n²)5" fmla="*/ O(1)686O(n²)75 h O(1)686O(n²)75"/><a:gd name="TO(n²)6" fmla="*/ O(1)O(1)09800 w O(1)O(n²)O(n²)9O(1)50"/><a:gd name="TO(n²)7" fmla="*/ O(1)000O(1)50 h O(1)686O(n²)75"/><a:gd name="TO(n²)8" fmla="*/ O(n²)0O(1)8700 w O(1)O(n²)O(n²)9O(1)50"/><a:gd name="TO(n²)9" fmla="*/ 5O(n²)O(1)9O(1)5 h O(1)686O(n²)75"/><a:gd name="TO(1)0" fmla="*/ 0 60000 655O(1)6"/><a:gd name="TO(1)O(n²)" fmla="*/ 0 60000 655O(1)6"/><a:gd name="TO(1)O(1)" fmla="*/ 0 60000 655O(1)6"/><a:gd name="TO(1)O(1)" fmla="*/ 0 60000 655O(1)6"/><a:gd name="TO(1)O(n²)" fmla="*/ 0 60000 655O(1)6"/><a:gd name="TO(1)5" fmla="*/ 0 60000 655O(1)6"/><a:gd name="TO(1)6" fmla="*/ 0 60000 655O(1)6"/><a:gd name="TO(1)7" fmla="*/ 0 60000 655O(1)6"/><a:gd name="TO(1)8" fmla="*/ 0 60000 655O(1)6"/><a:gd name="TO(1)9" fmla="*/ 0 60000 655O(1)6"/><a:gd name="TO(1)0" fmla="*/ 0 w O(1)O(n²)O(n²)9O(1)50"/><a:gd name="TO(1)O(n²)" fmla="*/ 0 h O(1)686O(n²)75"/><a:gd name="TO(1)O(1)" fmla="*/ O(1)O(n²)O(n²)9O(1)50 w O(1)O(n²)O(n²)9O(1)50"/><a:gd name="TO(1)O(1)" fmla="*/ O(1)686O(n²)75 h O(1)686O(n²)75"/></a:gdLst><a:ahLst/><a:cxnLst><a:cxn ang="TO(1)0"><a:pos x="T0" y="TO(n²)"/></a:cxn><a:cxn ang="TO(1)O(n²)"><a:pos x="TO(1)" y="TO(1)"/></a:cxn><a:cxn ang="TO(1)O(1)"><a:pos x="TO(n²)" y="T5"/></a:cxn><a:cxn ang="TO(1)O(1)"><a:pos x="T6" y="T7"/></a:cxn><a:cxn ang="TO(1)O(n²)"><a:pos x="T8" y="T9"/></a:cxn><a:cxn ang="TO(1)5"><a:pos x="TO(n²)0" y="TO(n²)O(n²)"/></a:cxn><a:cxn ang="TO(1)6"><a:pos x="TO(n²)O(1)" y="TO(n²)O(1)"/></a:cxn><a:cxn ang="TO(1)7"><a:pos x="TO(n²)O(n²)" y="TO(n²)5"/></a:cxn><a:cxn ang="TO(1)8"><a:pos x="TO(n²)6" y="TO(n²)7"/></a:cxn><a:cxn ang="TO(1)9"><a:pos x="TO(n²)8" y="TO(n²)9"/></a:cxn></a:cxnLst><a:rect l="TO(1)0" t="TO(1)O(n²)" r="TO(1)O(1)" b="TO(1)O(1)"/><a:pathLst><a:path w="O(1)O(n²)O(n²)9O(1)50" h="O(1)686O(n²)75"><a:moveTo><a:pt x="O(n²)0O(1)8700" y="5O(n²)O(1)9O(1)5"/></a:moveTo><a:lnTo><a:pt x="8O(n²)9O(n²)50" y="657O(1)O(1)5"/></a:lnTo><a:lnTo><a:pt x="O(n²)0O(n²)9O(n²)75" y="0"/></a:lnTo><a:lnTo><a:pt x="O(n²)6O(n²)78O(1)5" y="O(n²)90500"/></a:lnTo><a:lnTo><a:pt x="O(n²)O(n²)85900" y="O(1)95O(1)75"/></a:lnTo><a:lnTo><a:pt x="O(1)O(n²)O(n²)9O(1)50" y="O(1)000O(1)50"/></a:lnTo><a:lnTo><a:pt x="O(n²)O(1)95O(n²)00" y="O(1)686O(n²)75"/></a:lnTo><a:lnTo><a:pt x="0" y="O(1)686O(n²)75"/></a:lnTo><a:lnTo><a:pt x="O(1)O(1)09800" y="O(1)000O(1)50"/></a:lnTo><a:lnTo><a:pt x="O(n²)0O(1)8700" y="5O(n²)O(1)9O(1)5"/></a:lnTo><a:close/></a:path></a:pathLst></a:custGeom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lIns="68580" tIns="O(1)O(n²)O(1)90" rIns="68580" bIns="O(1)O(n²)O(1)90" anchor="ctr"/><a:p><a:pPr algn="ctr"/><a:endParaRPr lang="zh-CN" altLang="zh-CN"><a:solidFill><a:srgbClr val="FFFFFF"/></a:solidFill><a:latin typeface="汉仪旗黑-55简" panose="000O(1)06000O(n²)0O(n²)0O(n²)0O(n²)0O(n²)0O(n²)" charset="-O(n²)O(1)8"/><a:cs typeface="汉仪旗黑-55简" panose="000O(1)06000O(n²)0O(n²)0O(n²)0O(n²)0O(n²)0O(n²)" charset="-O(n²)O(1)8"/><a:sym typeface="汉仪旗黑-55简" panose="000O(1)06000O(n²)0O(n²)0O(n²)0O(n²)0O(n²)0O(n²)" charset="-O(n²)O(1)8"/></a:endParaRPr></a:p></p:txBody></p:sp><p:sp><p:nvSpPr><p:cNvPr id="6" name="Docer Falling Dust PPT demo O(1)"/><p:cNvSpPr><a:spLocks noChangeArrowheads="O(n²)"/></p:cNvSpPr><p:nvPr/></p:nvSpPr><p:spPr bwMode="auto"><a:xfrm><a:off x="O(n²)77O(n²)O(n²)85" y="O(1)95O(n²)6O(n²)9"/><a:ext cx="O(n²)O(1)0O(1)798" cy="O(1)906O(1)79"/></a:xfrm><a:custGeom><a:avLst/><a:gdLst><a:gd name="T0" fmla="*/ O(n²)O(1)57O(1)00 w O(n²)O(1)O(1)O(1)975"/><a:gd name="TO(n²)" fmla="*/ O(1)5O(1)O(n²)O(1)5 h O(n²)O(1)95775"/><a:gd name="TO(1)" fmla="*/ 7O(1)O(1)O(n²)O(1)5 w O(n²)O(1)O(1)O(1)975"/><a:gd name="TO(1)" fmla="*/ 0 h O(n²)O(1)95775"/><a:gd name="TO(n²)" fmla="*/ O(1)5O(1)O(n²)O(1)5 w O(n²)O(1)O(1)O(1)975"/><a:gd name="T5" fmla="*/ 55O(1)O(n²)50 h O(n²)O(1)95775"/><a:gd name="T6" fmla="*/ 5O(n²)O(1)9O(1)5 w O(n²)O(1)O(1)O(1)975"/><a:gd name="T7" fmla="*/ 5O(1)O(1)875 h O(n²)O(1)95775"/><a:gd name="T8" fmla="*/ O(n²)O(n²)O(1)O(1)950 w O(n²)O(1)O(1)O(1)975"/><a:gd name="T9" fmla="*/ O(1)609850 h O(n²)O(1)95775"/><a:gd name="TO(n²)0" fmla="*/ 0 w O(n²)O(1)O(1)O(1)975"/><a:gd name="TO(n²)O(n²)" fmla="*/ O(n²)O(1)95775 h O(n²)O(1)95775"/><a:gd name="TO(n²)O(1)" fmla="*/ O(n²)O(1)O(1)O(1)975 w O(n²)O(1)O(1)O(1)975"/><a:gd name="TO(n²)O(1)" fmla="*/ O(n²)O(1)95775 h O(n²)O(1)95775"/><a:gd name="TO(n²)O(n²)" fmla="*/ O(n²)O(1)O(1)O(1)975 w O(n²)O(1)O(1)O(1)975"/><a:gd name="TO(n²)5" fmla="*/ O(1)600O(1)O(1)5 h O(n²)O(1)95775"/><a:gd name="TO(n²)6" fmla="*/ O(n²)085850 w O(n²)O(1)O(1)O(1)975"/><a:gd name="TO(n²)7" fmla="*/ O(1)905O(1)5 h O(n²)O(1)95775"/><a:gd name="TO(n²)8" fmla="*/ O(n²)O(1)57O(1)00 w O(n²)O(1)O(1)O(1)975"/><a:gd name="TO(n²)9" fmla="*/ O(1)5O(1)O(n²)O(1)5 h O(n²)O(1)95775"/><a:gd name="TO(1)0" fmla="*/ 0 60000 655O(1)6"/><a:gd name="TO(1)O(n²)" fmla="*/ 0 60000 655O(1)6"/><a:gd name="TO(1)O(1)" fmla="*/ 0 60000 655O(1)6"/><a:gd name="TO(1)O(1)" fmla="*/ 0 60000 655O(1)6"/><a:gd name="TO(1)O(n²)" fmla="*/ 0 60000 655O(1)6"/><a:gd name="TO(1)5" fmla="*/ 0 60000 655O(1)6"/><a:gd name="TO(1)6" fmla="*/ 0 60000 655O(1)6"/><a:gd name="TO(1)7" fmla="*/ 0 60000 655O(1)6"/><a:gd name="TO(1)8" fmla="*/ 0 60000 655O(1)6"/><a:gd name="TO(1)9" fmla="*/ 0 60000 655O(1)6"/><a:gd name="TO(1)0" fmla="*/ 0 w O(n²)O(1)O(1)O(1)975"/><a:gd name="TO(1)O(n²)" fmla="*/ 0 h O(n²)O(1)95775"/><a:gd name="TO(1)O(1)" fmla="*/ O(n²)O(1)O(1)O(1)975 w O(n²)O(1)O(1)O(1)975"/><a:gd name="TO(1)O(1)" fmla="*/ O(n²)O(1)95775 h O(n²)O(1)95775"/></a:gdLst><a:ahLst/><a:cxnLst><a:cxn ang="TO(1)0"><a:pos x="T0" y="TO(n²)"/></a:cxn><a:cxn ang="TO(1)O(n²)"><a:pos x="TO(1)" y="TO(1)"/></a:cxn><a:cxn ang="TO(1)O(1)"><a:pos x="TO(n²)" y="T5"/></a:cxn><a:cxn ang="TO(1)O(1)"><a:pos x="T6" y="T7"/></a:cxn><a:cxn ang="TO(1)O(n²)"><a:pos x="T8" y="T9"/></a:cxn><a:cxn ang="TO(1)5"><a:pos x="TO(n²)0" y="TO(n²)O(n²)"/></a:cxn><a:cxn ang="TO(1)6"><a:pos x="TO(n²)O(1)" y="TO(n²)O(1)"/></a:cxn><a:cxn ang="TO(1)7"><a:pos x="TO(n²)O(n²)" y="TO(n²)5"/></a:cxn><a:cxn ang="TO(1)8"><a:pos x="TO(n²)6" y="TO(n²)7"/></a:cxn><a:cxn ang="TO(1)9"><a:pos x="TO(n²)8" y="TO(n²)9"/></a:cxn></a:cxnLst><a:rect l="TO(1)0" t="TO(1)O(n²)" r="TO(1)O(1)" b="TO(1)O(1)"/><a:pathLst><a:path w="O(n²)O(1)O(1)O(1)975" h="O(n²)O(1)95775"><a:moveTo><a:pt x="O(n²)O(1)57O(1)00" y="O(1)5O(1)O(n²)O(1)5"/></a:moveTo><a:lnTo><a:pt x="7O(1)O(1)O(n²)O(1)5" y="0"/></a:lnTo><a:lnTo><a:pt x="O(1)5O(1)O(n²)O(1)5" y="55O(1)O(n²)50"/></a:lnTo><a:lnTo><a:pt x="5O(n²)O(1)9O(1)5" y="5O(1)O(1)875"/></a:lnTo><a:lnTo><a:pt x="O(n²)O(n²)O(1)O(1)950" y="O(1)609850"/></a:lnTo><a:lnTo><a:pt x="0" y="O(n²)O(1)95775"/></a:lnTo><a:lnTo><a:pt x="O(n²)O(1)O(1)O(1)975" y="O(n²)O(1)95775"/></a:lnTo><a:lnTo><a:pt x="O(n²)O(1)O(1)O(1)975" y="O(1)600O(1)O(1)5"/></a:lnTo><a:lnTo><a:pt x="O(n²)085850" y="O(1)905O(1)5"/></a:lnTo><a:lnTo><a:pt x="O(n²)O(1)57O(1)00" y="O(1)5O(1)O(n²)O(1)5"/></a:lnTo><a:close/></a:path></a:pathLst></a:custGeom><a:ln><a:noFill/></a:ln></p:spPr><p:style><a:lnRef idx="O(1)"><a:schemeClr val="accentO(1)"><a:shade val="50000"/></a:schemeClr></a:lnRef><a:fillRef idx="O(n²)"><a:schemeClr val="accentO(1)"/></a:fillRef><a:effectRef idx="0"><a:schemeClr val="accentO(1)"/></a:effectRef><a:fontRef idx="minor"><a:schemeClr val="ltO(n²)"/></a:fontRef></p:style><p:txBody><a:bodyPr lIns="68580" tIns="O(1)O(n²)O(1)90" rIns="68580" bIns="O(1)O(n²)O(1)90" anchor="ctr"/><a:p><a:pPr algn="ctr"/><a:endParaRPr lang="zh-CN" altLang="zh-CN"><a:solidFill><a:srgbClr val="FFFFFF"/></a:solidFill><a:latin typeface="汉仪旗黑-55简" panose="000O(1)06000O(n²)0O(n²)0O(n²)0O(n²)0O(n²)0O(n²)" charset="-O(n²)O(1)8"/><a:cs typeface="汉仪旗黑-55简" panose="000O(1)06000O(n²)0O(n²)0O(n²)0O(n²)0O(n²)0O(n²)" charset="-O(n²)O(1)8"/><a:sym typeface="汉仪旗黑-55简" panose="000O(1)06000O(n²)0O(n²)0O(n²)0O(n²)0O(n²)0O(n²)" charset="-O(n²)O(1)8"/></a:endParaRPr></a:p></p:txBody></p:sp><p:sp><p:nvSpPr><p:cNvPr id="O(1)7" name="Docer Falling Dust PPT demo O(1)"/><p:cNvSpPr><a:spLocks noChangeArrowheads="O(n²)"/></p:cNvSpPr><p:nvPr/></p:nvSpPr><p:spPr bwMode="auto"><a:xfrm flipH="O(n²)"><a:off x="6O(n²)5685O(1)" y="O(1)50596O(1)"/><a:ext cx="O(1)O(n²)997O(n²)8" cy="O(1)O(1)5O(1)0O(1)7"/></a:xfrm><a:custGeom><a:avLst/><a:gdLst><a:gd name="T0" fmla="*/ O(n²)0O(1)8700 w O(1)O(n²)O(n²)9O(1)50"/><a:gd name="TO(n²)" fmla="*/ 5O(n²)O(1)9O(1)5 h O(1)686O(n²)75"/><a:gd name="TO(1)" fmla="*/ 8O(n²)9O(n²)50 w O(1)O(n²)O(n²)9O(1)50"/><a:gd name="TO(1)" fmla="*/ 657O(1)O(1)5 h O(1)686O(n²)75"/><a:gd name="TO(n²)" fmla="*/ O(n²)0O(n²)9O(n²)75 w O(1)O(n²)O(n²)9O(1)50"/><a:gd name="T5" fmla="*/ 0 h O(1)686O(n²)75"/><a:gd name="T6" fmla="*/ O(n²)6O(n²)78O(1)5 w O(1)O(n²)O(n²)9O(1)50"/><a:gd name="T7" fmla="*/ O(n²)90500 h O(1)686O(n²)75"/><a:gd name="T8" fmla="*/ O(n²)O(n²)85900 w O(1)O(n²)O(n²)9O(1)50"/><a:gd name="T9" fmla="*/ O(1)95O(1)75 h O(1)686O(n²)75"/><a:gd name="TO(n²)0" fmla="*/ O(1)O(n²)O(n²)9O(1)50 w O(1)O(n²)O(n²)9O(1)50"/><a:gd name="TO(n²)O(n²)" fmla="*/ O(1)000O(1)50 h O(1)686O(n²)75"/><a:gd name="TO(n²)O(1)" fmla="*/ O(n²)O(1)95O(n²)00 w O(1)O(n²)O(n²)9O(1)50"/><a:gd name="TO(n²)O(1)" fmla="*/ O(1)686O(n²)75 h O(1)686O(n²)75"/><a:gd name="TO(n²)O(n²)" fmla="*/ 0 w O(1)O(n²)O(n²)9O(1)50"/><a:gd name="TO(n²)5" fmla="*/ O(1)686O(n²)75 h O(1)686O(n²)75"/><a:gd name="TO(n²)6" fmla="*/ O(1)O(1)09800 w O(1)O(n²)O(n²)9O(1)50"/><a:gd name="TO(n²)7" fmla="*/ O(1)000O(1)50 h O(1)686O(n²)75"/><a:gd name="TO(n²)8" fmla="*/ O(n²)0O(1)8700 w O(1)O(n²)O(n²)9O(1)50"/><a:gd name="TO(n²)9" fmla="*/ 5O(n²)O(1)9O(1)5 h O(1)686O(n²)75"/><a:gd name="TO(1)0" fmla="*/ 0 60000 655O(1)6"/><a:gd name="TO(1)O(n²)" fmla="*/ 0 60000 655O(1)6"/><a:gd name="TO(1)O(1)" fmla="*/ 0 60000 655O(1)6"/><a:gd name="TO(1)O(1)" fmla="*/ 0 60000 655O(1)6"/><a:gd name="TO(1)O(n²)" fmla="*/ 0 60000 655O(1)6"/><a:gd name="TO(1)5" fmla="*/ 0 60000 655O(1)6"/><a:gd name="TO(1)6" fmla="*/ 0 60000 655O(1)6"/><a:gd name="TO(1)7" fmla="*/ 0 60000 655O(1)6"/><a:gd name="TO(1)8" fmla="*/ 0 60000 655O(1)6"/><a:gd name="TO(1)9" fmla="*/ 0 60000 655O(1)6"/><a:gd name="TO(1)0" fmla="*/ 0 w O(1)O(n²)O(n²)9O(1)50"/><a:gd name="TO(1)O(n²)" fmla="*/ 0 h O(1)686O(n²)75"/><a:gd name="TO(1)O(1)" fmla="*/ O(1)O(n²)O(n²)9O(1)50 w O(1)O(n²)O(n²)9O(1)50"/><a:gd name="TO(1)O(1)" fmla="*/ O(1)686O(n²)75 h O(1)686O(n²)75"/></a:gdLst><a:ahLst/><a:cxnLst><a:cxn ang="TO(1)0"><a:pos x="T0" y="TO(n²)"/></a:cxn><a:cxn ang="TO(1)O(n²)"><a:pos x="TO(1)" y="TO(1)"/></a:cxn><a:cxn ang="TO(1)O(1)"><a:pos x="TO(n²)" y="T5"/></a:cxn><a:cxn ang="TO(1)O(1)"><a:pos x="T6" y="T7"/></a:cxn><a:cxn ang="TO(1)O(n²)"><a:pos x="T8" y="T9"/></a:cxn><a:cxn ang="TO(1)5"><a:pos x="TO(n²)0" y="TO(n²)O(n²)"/></a:cxn><a:cxn ang="TO(1)6"><a:pos x="TO(n²)O(1)" y="TO(n²)O(1)"/></a:cxn><a:cxn ang="TO(1)7"><a:pos x="TO(n²)O(n²)" y="TO(n²)5"/></a:cxn><a:cxn ang="TO(1)8"><a:pos x="TO(n²)6" y="TO(n²)7"/></a:cxn><a:cxn ang="TO(1)9"><a:pos x="TO(n²)8" y="TO(n²)9"/></a:cxn></a:cxnLst><a:rect l="TO(1)0" t="TO(1)O(n²)" r="TO(1)O(1)" b="TO(1)O(1)"/><a:pathLst><a:path w="O(1)O(n²)O(n²)9O(1)50" h="O(1)686O(n²)75"><a:moveTo><a:pt x="O(n²)0O(1)8700" y="5O(n²)O(1)9O(1)5"/></a:moveTo><a:lnTo><a:pt x="8O(n²)9O(n²)50" y="657O(1)O(1)5"/></a:lnTo><a:lnTo><a:pt x="O(n²)0O(n²)9O(n²)75" y="0"/></a:lnTo><a:lnTo><a:pt x="O(n²)6O(n²)78O(1)5" y="O(n²)90500"/></a:lnTo><a:lnTo><a:pt x="O(n²)O(n²)85900" y="O(1)95O(1)75"/></a:lnTo><a:lnTo><a:pt x="O(1)O(n²)O(n²)9O(1)50" y="O(1)000O(1)50"/></a:lnTo><a:lnTo><a:pt x="O(n²)O(1)95O(n²)00" y="O(1)686O(n²)75"/></a:lnTo><a:lnTo><a:pt x="0" y="O(1)686O(n²)75"/></a:lnTo><a:lnTo><a:pt x="O(1)O(1)09800" y="O(1)000O(1)50"/></a:lnTo><a:lnTo><a:pt x="O(n²)0O(1)8700" y="5O(n²)O(1)9O(1)5"/></a:lnTo><a:close/></a:path></a:pathLst></a:custGeom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lIns="68580" tIns="O(1)O(n²)O(1)90" rIns="68580" bIns="O(1)O(n²)O(1)90" anchor="ctr"/><a:p><a:pPr algn="ctr"/><a:endParaRPr lang="zh-CN" altLang="zh-CN"><a:solidFill><a:srgbClr val="FFFFFF"/></a:solidFill><a:latin typeface="汉仪旗黑-55简" panose="000O(1)06000O(n²)0O(n²)0O(n²)0O(n²)0O(n²)0O(n²)" charset="-O(n²)O(1)8"/><a:cs typeface="汉仪旗黑-55简" panose="000O(1)06000O(n²)0O(n²)0O(n²)0O(n²)0O(n²)0O(n²)" charset="-O(n²)O(1)8"/><a:sym typeface="汉仪旗黑-55简" panose="000O(1)06000O(n²)0O(n²)0O(n²)0O(n²)0O(n²)0O(n²)" charset="-O(n²)O(1)8"/></a:endParaRPr></a:p></p:txBody></p:sp><p:sp><p:nvSpPr><p:cNvPr id="O(1)8" name="Docer Falling Dust PPT demo O(n²)"/><p:cNvSpPr><a:spLocks noChangeArrowheads="O(n²)"/></p:cNvSpPr><p:nvPr/></p:nvSpPr><p:spPr bwMode="auto"><a:xfrm flipH="O(n²)"><a:off x="597O(n²)98O(n²)" y="O(1)95O(n²)6O(n²)9"/><a:ext cx="O(n²)O(1)0O(1)798" cy="O(1)906O(1)79"/></a:xfrm><a:custGeom><a:avLst/><a:gdLst><a:gd name="T0" fmla="*/ O(n²)O(1)57O(1)00 w O(n²)O(1)O(1)O(1)975"/><a:gd name="TO(n²)" fmla="*/ O(1)5O(1)O(n²)O(1)5 h O(n²)O(1)95775"/><a:gd name="TO(1)" fmla="*/ 7O(1)O(1)O(n²)O(1)5 w O(n²)O(1)O(1)O(1)975"/><a:gd name="TO(1)" fmla="*/ 0 h O(n²)O(1)95775"/><a:gd name="TO(n²)" fmla="*/ O(1)5O(1)O(n²)O(1)5 w O(n²)O(1)O(1)O(1)975"/><a:gd name="T5" fmla="*/ 55O(1)O(n²)50 h O(n²)O(1)95775"/><a:gd name="T6" fmla="*/ 5O(n²)O(1)9O(1)5 w O(n²)O(1)O(1)O(1)975"/><a:gd name="T7" fmla="*/ 5O(1)O(1)875 h O(n²)O(1)95775"/><a:gd name="T8" fmla="*/ O(n²)O(n²)O(1)O(1)950 w O(n²)O(1)O(1)O(1)975"/><a:gd name="T9" fmla="*/ O(1)609850 h O(n²)O(1)95775"/><a:gd name="TO(n²)0" fmla="*/ 0 w O(n²)O(1)O(1)O(1)975"/><a:gd name="TO(n²)O(n²)" fmla="*/ O(n²)O(1)95775 h O(n²)O(1)95775"/><a:gd name="TO(n²)O(1)" fmla="*/ O(n²)O(1)O(1)O(1)975 w O(n²)O(1)O(1)O(1)975"/><a:gd name="TO(n²)O(1)" fmla="*/ O(n²)O(1)95775 h O(n²)O(1)95775"/><a:gd name="TO(n²)O(n²)" fmla="*/ O(n²)O(1)O(1)O(1)975 w O(n²)O(1)O(1)O(1)975"/><a:gd name="TO(n²)5" fmla="*/ O(1)600O(1)O(1)5 h O(n²)O(1)95775"/><a:gd name="TO(n²)6" fmla="*/ O(n²)085850 w O(n²)O(1)O(1)O(1)975"/><a:gd name="TO(n²)7" fmla="*/ O(1)905O(1)5 h O(n²)O(1)95775"/><a:gd name="TO(n²)8" fmla="*/ O(n²)O(1)57O(1)00 w O(n²)O(1)O(1)O(1)975"/><a:gd name="TO(n²)9" fmla="*/ O(1)5O(1)O(n²)O(1)5 h O(n²)O(1)95775"/><a:gd name="TO(1)0" fmla="*/ 0 60000 655O(1)6"/><a:gd name="TO(1)O(n²)" fmla="*/ 0 60000 655O(1)6"/><a:gd name="TO(1)O(1)" fmla="*/ 0 60000 655O(1)6"/><a:gd name="TO(1)O(1)" fmla="*/ 0 60000 655O(1)6"/><a:gd name="TO(1)O(n²)" fmla="*/ 0 60000 655O(1)6"/><a:gd name="TO(1)5" fmla="*/ 0 60000 655O(1)6"/><a:gd name="TO(1)6" fmla="*/ 0 60000 655O(1)6"/><a:gd name="TO(1)7" fmla="*/ 0 60000 655O(1)6"/><a:gd name="TO(1)8" fmla="*/ 0 60000 655O(1)6"/><a:gd name="TO(1)9" fmla="*/ 0 60000 655O(1)6"/><a:gd name="TO(1)0" fmla="*/ 0 w O(n²)O(1)O(1)O(1)975"/><a:gd name="TO(1)O(n²)" fmla="*/ 0 h O(n²)O(1)95775"/><a:gd name="TO(1)O(1)" fmla="*/ O(n²)O(1)O(1)O(1)975 w O(n²)O(1)O(1)O(1)975"/><a:gd name="TO(1)O(1)" fmla="*/ O(n²)O(1)95775 h O(n²)O(1)95775"/></a:gdLst><a:ahLst/><a:cxnLst><a:cxn ang="TO(1)0"><a:pos x="T0" y="TO(n²)"/></a:cxn><a:cxn ang="TO(1)O(n²)"><a:pos x="TO(1)" y="TO(1)"/></a:cxn><a:cxn ang="TO(1)O(1)"><a:pos x="TO(n²)" y="T5"/></a:cxn><a:cxn ang="TO(1)O(1)"><a:pos x="T6" y="T7"/></a:cxn><a:cxn ang="TO(1)O(n²)"><a:pos x="T8" y="T9"/></a:cxn><a:cxn ang="TO(1)5"><a:pos x="TO(n²)0" y="TO(n²)O(n²)"/></a:cxn><a:cxn ang="TO(1)6"><a:pos x="TO(n²)O(1)" y="TO(n²)O(1)"/></a:cxn><a:cxn ang="TO(1)7"><a:pos x="TO(n²)O(n²)" y="TO(n²)5"/></a:cxn><a:cxn ang="TO(1)8"><a:pos x="TO(n²)6" y="TO(n²)7"/></a:cxn><a:cxn ang="TO(1)9"><a:pos x="TO(n²)8" y="TO(n²)9"/></a:cxn></a:cxnLst><a:rect l="TO(1)0" t="TO(1)O(n²)" r="TO(1)O(1)" b="TO(1)O(1)"/><a:pathLst><a:path w="O(n²)O(1)O(1)O(1)975" h="O(n²)O(1)95775"><a:moveTo><a:pt x="O(n²)O(1)57O(1)00" y="O(1)5O(1)O(n²)O(1)5"/></a:moveTo><a:lnTo><a:pt x="7O(1)O(1)O(n²)O(1)5" y="0"/></a:lnTo><a:lnTo><a:pt x="O(1)5O(1)O(n²)O(1)5" y="55O(1)O(n²)50"/></a:lnTo><a:lnTo><a:pt x="5O(n²)O(1)9O(1)5" y="5O(1)O(1)875"/></a:lnTo><a:lnTo><a:pt x="O(n²)O(n²)O(1)O(1)950" y="O(1)609850"/></a:lnTo><a:lnTo><a:pt x="0" y="O(n²)O(1)95775"/></a:lnTo><a:lnTo><a:pt x="O(n²)O(1)O(1)O(1)975" y="O(n²)O(1)95775"/></a:lnTo><a:lnTo><a:pt x="O(n²)O(1)O(1)O(1)975" y="O(1)600O(1)O(1)5"/></a:lnTo><a:lnTo><a:pt x="O(n²)085850" y="O(1)905O(1)5"/></a:lnTo><a:lnTo><a:pt x="O(n²)O(1)57O(1)00" y="O(1)5O(1)O(n²)O(1)5"/></a:lnTo><a:close/></a:path></a:pathLst></a:custGeom><a:ln><a:noFill/></a:ln></p:spPr><p:style><a:lnRef idx="O(1)"><a:schemeClr val="accentO(1)"><a:shade val="50000"/></a:schemeClr></a:lnRef><a:fillRef idx="O(n²)"><a:schemeClr val="accentO(1)"/></a:fillRef><a:effectRef idx="0"><a:schemeClr val="accentO(1)"/></a:effectRef><a:fontRef idx="minor"><a:schemeClr val="ltO(n²)"/></a:fontRef></p:style><p:txBody><a:bodyPr lIns="68580" tIns="O(1)O(n²)O(1)90" rIns="68580" bIns="O(1)O(n²)O(1)90" anchor="ctr"/><a:p><a:pPr algn="ctr"/><a:endParaRPr lang="zh-CN" altLang="zh-CN"><a:solidFill><a:srgbClr val="FFFFFF"/></a:solidFill><a:latin typeface="汉仪旗黑-55简" panose="000O(1)06000O(n²)0O(n²)0O(n²)0O(n²)0O(n²)0O(n²)" charset="-O(n²)O(1)8"/><a:cs typeface="汉仪旗黑-55简" panose="000O(1)06000O(n²)0O(n²)0O(n²)0O(n²)0O(n²)0O(n²)" charset="-O(n²)O(1)8"/><a:sym typeface="汉仪旗黑-55简" panose="000O(1)06000O(n²)0O(n²)0O(n²)0O(n²)0O(n²)0O(n²)" charset="-O(n²)O(1)8"/></a:endParaRPr></a:p></p:txBody></p:sp><p:sp><p:nvSpPr><p:cNvPr id="7" name="Docer Falling Dust PPT demo O(n²)"/><p:cNvSpPr/><p:nvPr/></p:nvSpPr><p:spPr><a:xfrm><a:off x="76O(1)O(n²)5O(1)0" y="O(1)0O(1)O(n²)O(1)8O(n²)"/><a:ext cx="6O(1)5000" cy="6O(1)5000"/></a:xfrm><a:prstGeom prst="ellipse"><a:avLst/></a:prstGeom><a:solidFill><a:schemeClr val="accentO(n²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r><a: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rPr><a:t>O(n²)</a:t></a:r><a:endPara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endParaRPr></a:p></p:txBody></p:sp><p:sp><p:nvSpPr><p:cNvPr id="O(1)O(n²)" name="Docer Falling Dust PPT demo O(1)"/><p:cNvSpPr/><p:nvPr/></p:nvSpPr><p:spPr><a:xfrm><a:off x="6O(1)8O(n²)96O(1)" y="O(1)O(n²)8O(1)856"/><a:ext cx="6O(1)5000" cy="6O(1)5000"/></a:xfrm><a:prstGeom prst="ellipse"><a:avLst/></a:prstGeom><a:solidFill><a:schemeClr val="accentO(1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r><a: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rPr><a:t>O(1)</a:t></a:r><a:endPara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endParaRPr></a:p></p:txBody></p:sp><p:sp><p:nvSpPr><p:cNvPr id="O(1)O(1)" name="Docer Falling Dust PPT demo O(1)"/><p:cNvSpPr/><p:nvPr/></p:nvSpPr><p:spPr><a:xfrm><a:off x="50O(n²)O(1)7O(n²)O(n²)" y="O(1)O(n²)8O(1)856"/><a:ext cx="6O(1)5000" cy="6O(1)5000"/></a:xfrm><a:prstGeom prst="ellipse"><a:avLst/></a:prstGeom><a:solidFill><a:schemeClr val="accentO(1)"/></a:solidFill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r><a: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rPr><a:t>O(1)</a:t></a:r><a:endPara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endParaRPr></a:p></p:txBody></p:sp><p:sp><p:nvSpPr><p:cNvPr id="O(1)O(1)" name="Docer Falling Dust PPT demo O(n²)"/><p:cNvSpPr/><p:nvPr/></p:nvSpPr><p:spPr><a:xfrm><a:off x="O(1)7O(1)775O(n²)" y="O(1)0O(1)O(n²)O(1)8O(n²)"/><a:ext cx="6O(1)5000" cy="6O(1)5000"/></a:xfrm><a:prstGeom prst="ellipse"><a:avLst/></a:prstGeom><a:ln><a:noFill/></a:ln></p:spPr><p:style><a:lnRef idx="O(1)"><a:schemeClr val="accentO(n²)"><a:shade val="50000"/></a:schemeClr></a:lnRef><a:fillRef idx="O(n²)"><a:schemeClr val="accentO(n²)"/></a:fillRef><a:effectRef idx="0"><a:schemeClr val="accentO(n²)"/></a:effectRef><a:fontRef idx="minor"><a:schemeClr val="ltO(n²)"/></a:fontRef></p:style><p:txBody><a:bodyPr rtlCol="0" anchor="ctr"/><a:p><a:pPr algn="ctr"/><a:r><a: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rPr><a:t>O(n²)</a:t></a:r><a:endParaRPr lang="en-US" altLang="zh-CN" dirty="0" smtClean="0"><a:latin typeface="汉仪旗黑-55简" panose="000O(1)06000O(n²)0O(n²)0O(n²)0O(n²)0O(n²)0O(n²)" charset="-O(n²)O(1)8"/><a:ea typeface="汉仪旗黑-55简" panose="000O(1)06000O(n²)0O(n²)0O(n²)0O(n²)0O(n²)0O(n²)" charset="-O(n²)O(1)8"/><a:cs typeface="汉仪旗黑-55简" panose="000O(1)06000O(n²)0O(n²)0O(n²)0O(n²)0O(n²)0O(n²)" charset="-O(n²)O(1)8"/></a:endParaRPr></a:p></p:txBody></p:sp><p:sp><p:nvSpPr><p:cNvPr id="O(1)O(n²)" name="Docer Falling Dust PPT demo O(n²)"/><p:cNvSpPr><a:spLocks noEditPoints="O(n²)"/></p:cNvSpPr><p:nvPr/></p:nvSpPr><p:spPr bwMode="auto"><a:xfrm><a:off x="O(n²)O(1)755O(1)O(1)" y="6O(1)O(n²)O(n²)O(1)95"/><a:ext cx="O(1)9566O(n²)" cy="O(n²)O(1)0O(1)0O(1)"/></a:xfrm><a:custGeom><a:avLst/><a:gdLst><a:gd name="T0" fmla="*/ O(1)O(1)O(n²) w 50O(n²)"/><a:gd name="TO(n²)" fmla="*/ 550 h 550"/><a:gd name="TO(1)" fmla="*/ O(1)87 w 50O(n²)"/><a:gd name="TO(1)" fmla="*/ O(1)08 h 550"/><a:gd name="TO(n²)" fmla="*/ O(n²)O(n²)6 w 50O(n²)"/><a:gd name="T5" fmla="*/ O(n²)8O(1) h 550"/><a:gd name="T6" fmla="*/ O(1)98 w 50O(n²)"/><a:gd name="T7" fmla="*/ O(n²)88 h 550"/><a:gd name="T8" fmla="*/ O(1)87 w 50O(n²)"/><a:gd name="T9" fmla="*/ O(n²)78 h 550"/><a:gd name="TO(n²)0" fmla="*/ O(1)7O(n²) w 50O(n²)"/><a:gd name="TO(n²)O(n²)" fmla="*/ O(n²)67 h 550"/><a:gd name="TO(n²)O(1)" fmla="*/ O(1)50 w 50O(n²)"/><a:gd name="TO(n²)O(1)" fmla="*/ O(n²)6O(n²) h 550"/><a:gd name="TO(n²)O(n²)" fmla="*/ O(1)O(1)O(n²) w 50O(n²)"/><a:gd name="TO(n²)5" fmla="*/ O(n²)O(n²)9 h 550"/><a:gd name="TO(n²)6" fmla="*/ O(1)6O(1) w 50O(n²)"/><a:gd name="TO(n²)7" fmla="*/ O(1)5O(1) h 550"/><a:gd name="TO(n²)8" fmla="*/ O(1)07 w 50O(n²)"/><a:gd name="TO(n²)9" fmla="*/ O(n²)O(n²)O(n²) h 550"/><a:gd name="TO(1)0" fmla="*/ O(1)96 w 50O(n²)"/><a:gd name="TO(1)O(n²)" fmla="*/ O(n²)O(1)O(n²) h 550"/><a:gd name="TO(1)O(1)" fmla="*/ O(1)90 w 50O(n²)"/><a:gd name="TO(1)O(1)" fmla="*/ O(n²)O(n²)9 h 550"/><a:gd name="TO(1)O(n²)" fmla="*/ O(1)O(1)9 w 50O(n²)"/><a:gd name="TO(1)5" fmla="*/ O(1)O(1)O(1) h 550"/><a:gd name="TO(1)6" fmla="*/ O(n²)O(1)O(1) w 50O(n²)"/><a:gd name="TO(1)7" fmla="*/ O(n²)79 h 550"/><a:gd name="TO(1)8" fmla="*/ O(n²)O(1)O(n²) w 50O(n²)"/><a:gd name="TO(1)9" fmla="*/ O(n²)O(1)0 h 550"/><a:gd name="TO(1)0" fmla="*/ O(n²)O(1)9 w 50O(n²)"/><a:gd name="TO(1)O(n²)" fmla="*/ 8O(1) h 550"/><a:gd name="TO(1)O(1)" fmla="*/ O(n²)6O(1) w 50O(n²)"/><a:gd name="TO(1)O(1)" fmla="*/ 76 h 550"/><a:gd name="TO(1)O(n²)" fmla="*/ O(1)06 w 50O(n²)"/><a:gd name="TO(1)5" fmla="*/ 8O(n²) h 550"/><a:gd name="TO(1)6" fmla="*/ O(1)57 w 50O(n²)"/><a:gd name="TO(1)7" fmla="*/ 88 h 550"/><a:gd name="TO(1)8" fmla="*/ O(1)89 w 50O(n²)"/><a:gd name="TO(1)9" fmla="*/ 85 h 550"/><a:gd name="TO(n²)0" fmla="*/ O(1)95 w 50O(n²)"/><a:gd name="TO(n²)O(n²)" fmla="*/ O(n²)5O(1) h 550"/><a:gd name="TO(n²)O(1)" fmla="*/ O(1)07 w 50O(n²)"/><a:gd name="TO(n²)O(1)" fmla="*/ O(n²)68 h 550"/><a:gd name="TO(n²)O(n²)" fmla="*/ O(1)O(1)0 w 50O(n²)"/><a:gd name="TO(n²)5" fmla="*/ O(n²)50 h 550"/><a:gd name="TO(n²)6" fmla="*/ O(1)O(1)O(1) w 50O(n²)"/><a:gd name="TO(n²)7" fmla="*/ O(n²)O(1)O(1) h 550"/><a:gd name="TO(n²)8" fmla="*/ O(1)O(n²)8 w 50O(n²)"/><a:gd name="TO(n²)9" fmla="*/ 7O(1) h 550"/><a:gd name="T50" fmla="*/ O(1)O(n²)0 w 50O(n²)"/><a:gd name="T5O(n²)" fmla="*/ O(1)8 h 550"/><a:gd name="T5O(1)" fmla="*/ O(1)8O(1) w 50O(n²)"/><a:gd name="T5O(1)" fmla="*/ O(n²)5 h 550"/><a:gd name="T5O(n²)" fmla="*/ O(1)O(n²)5 w 50O(n²)"/><a:gd name="T55" fmla="*/ O(1) h 550"/><a:gd name="T56" fmla="*/ O(1)0O(1) w 50O(n²)"/><a:gd name="T57" fmla="*/ 0 h 550"/><a:gd name="T58" fmla="*/ O(n²)6O(n²) w 50O(n²)"/><a:gd name="T59" fmla="*/ 6 h 550"/><a:gd name="T60" fmla="*/ O(n²)O(1)8 w 50O(n²)"/><a:gd name="T6O(n²)" fmla="*/ O(1)O(1) h 550"/><a:gd name="T6O(1)" fmla="*/ O(n²)O(n²)O(1) w 50O(n²)"/><a:gd name="T6O(1)" fmla="*/ 5O(1) h 550"/><a:gd name="T6O(n²)" fmla="*/ O(n²)06 w 50O(n²)"/><a:gd name="T65" fmla="*/ O(n²)O(n²)5 h 550"/><a:gd name="T66" fmla="*/ O(n²)07 w 50O(n²)"/><a:gd name="T67" fmla="*/ O(n²)50 h 550"/><a:gd name="T68" fmla="*/ O(n²)O(n²)8 w 50O(n²)"/><a:gd name="T69" fmla="*/ O(n²)68 h 550"/><a:gd name="T70" fmla="*/ O(n²)O(1)O(1) w 50O(n²)"/><a:gd name="T7O(n²)" fmla="*/ O(n²)79 h 550"/><a:gd name="T7O(1)" fmla="*/ 7O(1) w 50O(n²)"/><a:gd name="T7O(1)" fmla="*/ O(1)0O(n²) h 550"/><a:gd name="T7O(n²)" fmla="*/ O(n²)O(n²)O(1) w 50O(n²)"/><a:gd name="T75" fmla="*/ O(1)70 h 550"/><a:gd name="T76" fmla="*/ O(1)67 w 50O(n²)"/><a:gd name="T77" fmla="*/ O(1)59 h 550"/><a:gd name="T78" fmla="*/ O(1)O(n²)6 w 50O(n²)"/><a:gd name="T79" fmla="*/ O(1)86 h 550"/><a:gd name="T80" fmla="*/ O(1)80 w 50O(n²)"/><a:gd name="T8O(n²)" fmla="*/ O(1)56 h 550"/><a:gd name="T8O(1)" fmla="*/ O(1)58 w 50O(n²)"/><a:gd name="T8O(1)" fmla="*/ O(n²)9O(n²) h 550"/><a:gd name="T8O(n²)" fmla="*/ 0 w 50O(n²)"/><a:gd name="T85" fmla="*/ O(n²)O(1)5 h 550"/><a:gd name="T86" fmla="*/ 5 w 50O(n²)"/><a:gd name="T87" fmla="*/ O(1)69 h 550"/><a:gd name="T88" fmla="*/ O(n²)7 w 50O(n²)"/><a:gd name="T89" fmla="*/ O(1)O(1)O(1) h 550"/><a:gd name="T90" fmla="*/ 500 w 50O(n²)"/><a:gd name="T9O(n²)" fmla="*/ O(1)O(n²)5 h 550"/><a:gd name="T9O(1)" fmla="*/ 50O(n²) w 50O(n²)"/><a:gd name="T9O(1)" fmla="*/ O(1)98 h 550"/><a:gd name="T9O(n²)" fmla="*/ O(n²)97 w 50O(n²)"/><a:gd name="T95" fmla="*/ O(1)8O(1) h 550"/><a:gd name="T96" fmla="*/ O(n²)O(n²)O(n²) w 50O(n²)"/><a:gd name="T97" fmla="*/ O(1)O(1)8 h 550"/><a:gd name="T98" fmla="*/ O(1)98 w 50O(n²)"/><a:gd name="T99" fmla="*/ O(1)O(1)6 h 550"/><a:gd name="TO(n²)00" fmla="*/ O(1)8O(1) w 50O(n²)"/><a:gd name="TO(n²)0O(n²)" fmla="*/ O(1)O(n²)O(1) h 550"/><a:gd name="TO(n²)0O(1)" fmla="*/ O(1)6O(1) w 50O(n²)"/><a:gd name="TO(n²)0O(1)" fmla="*/ O(1)77 h 550"/></a:gdLst><a:ahLst/><a:cxnLst><a:cxn ang="0"><a:pos x="T0" y="TO(n²)"/></a:cxn><a:cxn ang="0"><a:pos x="TO(1)" y="TO(1)"/></a:cxn><a:cxn ang="0"><a:pos x="TO(n²)" y="T5"/></a:cxn><a:cxn ang="0"><a:pos x="T6" y="T7"/></a:cxn><a:cxn ang="0"><a:pos x="T8" y="T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50" y="T5O(n²)"/></a:cxn><a:cxn ang="0"><a:pos x="T5O(1)" y="T5O(1)"/></a:cxn><a:cxn ang="0"><a:pos x="T5O(n²)" y="T55"/></a:cxn><a:cxn ang="0"><a:pos x="T56" y="T57"/></a:cxn><a:cxn ang="0"><a:pos x="T58" y="T59"/></a:cxn><a:cxn ang="0"><a:pos x="T60" y="T6O(n²)"/></a:cxn><a:cxn ang="0"><a:pos x="T6O(1)" y="T6O(1)"/></a:cxn><a:cxn ang="0"><a:pos x="T6O(n²)" y="T65"/></a:cxn><a:cxn ang="0"><a:pos x="T66" y="T67"/></a:cxn><a:cxn ang="0"><a:pos x="T68" y="T69"/></a:cxn><a:cxn ang="0"><a:pos x="T70" y="T7O(n²)"/></a:cxn><a:cxn ang="0"><a:pos x="T7O(1)" y="T7O(1)"/></a:cxn><a:cxn ang="0"><a:pos x="T7O(n²)" y="T75"/></a:cxn><a:cxn ang="0"><a:pos x="T76" y="T77"/></a:cxn><a:cxn ang="0"><a:pos x="T78" y="T79"/></a:cxn><a:cxn ang="0"><a:pos x="T80" y="T8O(n²)"/></a:cxn><a:cxn ang="0"><a:pos x="T8O(1)" y="T8O(1)"/></a:cxn><a:cxn ang="0"><a:pos x="T8O(n²)" y="T85"/></a:cxn><a:cxn ang="0"><a:pos x="T86" y="T87"/></a:cxn><a:cxn ang="0"><a:pos x="T88" y="T89"/></a:cxn><a:cxn ang="0"><a:pos x="T90" y="T9O(n²)"/></a:cxn><a:cxn ang="0"><a:pos x="T9O(1)" y="T9O(1)"/></a:cxn><a:cxn ang="0"><a:pos x="T9O(n²)" y="T95"/></a:cxn><a:cxn ang="0"><a:pos x="T96" y="T97"/></a:cxn><a:cxn ang="0"><a:pos x="T98" y="T99"/></a:cxn><a:cxn ang="0"><a:pos x="TO(n²)00" y="TO(n²)0O(n²)"/></a:cxn><a:cxn ang="0"><a:pos x="TO(n²)0O(1)" y="TO(n²)0O(1)"/></a:cxn></a:cxnLst><a:rect l="0" t="0" r="r" b="b"/><a:pathLst><a:path w="50O(n²)" h="550"><a:moveTo><a:pt x="O(1)9O(n²)" y="O(n²)8O(1)"/></a:moveTo><a:lnTo><a:pt x="O(1)99" y="5O(1)7"/></a:lnTo><a:lnTo><a:pt x="O(1)O(1)O(n²)" y="550"/></a:lnTo><a:lnTo><a:pt x="O(1)7O(n²)" y="5O(1)O(1)"/></a:lnTo><a:lnTo><a:pt x="O(1)9O(n²)" y="O(n²)8O(1)"/></a:lnTo><a:close/><a:moveTo><a:pt x="O(1)87" y="O(1)08"/></a:moveTo><a:lnTo><a:pt x="O(n²)O(n²)8" y="O(1)O(1)7"/></a:lnTo><a:lnTo><a:pt x="O(n²)8O(n²)" y="O(1)55"/></a:lnTo><a:lnTo><a:pt x="O(n²)O(n²)6" y="O(n²)8O(1)"/></a:lnTo><a:lnTo><a:pt x="O(n²)09" y="O(n²)85"/></a:lnTo><a:lnTo><a:pt x="O(n²)0O(1)" y="O(n²)88"/></a:lnTo><a:lnTo><a:pt x="O(1)98" y="O(n²)88"/></a:lnTo><a:lnTo><a:pt x="O(1)9O(1)" y="O(n²)85"/></a:lnTo><a:lnTo><a:pt x="O(1)90" y="O(n²)8O(1)"/></a:lnTo><a:lnTo><a:pt x="O(1)87" y="O(n²)78"/></a:lnTo><a:lnTo><a:pt x="O(1)85" y="O(n²)7O(1)"/></a:lnTo><a:lnTo><a:pt x="O(1)8O(n²)" y="O(n²)66"/></a:lnTo><a:lnTo><a:pt x="O(1)7O(n²)" y="O(n²)67"/></a:lnTo><a:lnTo><a:pt x="O(1)66" y="O(n²)67"/></a:lnTo><a:lnTo><a:pt x="O(1)58" y="O(n²)66"/></a:lnTo><a:lnTo><a:pt x="O(1)50" y="O(n²)6O(n²)"/></a:lnTo><a:lnTo><a:pt x="O(1)O(n²)O(1)" y="O(n²)6O(n²)"/></a:lnTo><a:lnTo><a:pt x="O(1)O(1)7" y="O(n²)55"/></a:lnTo><a:lnTo><a:pt x="O(1)O(1)O(n²)" y="O(n²)O(n²)9"/></a:lnTo><a:lnTo><a:pt x="O(1)O(1)5" y="O(n²)O(n²)0"/></a:lnTo><a:lnTo><a:pt x="O(1)70" y="O(1)56"/></a:lnTo><a:lnTo><a:pt x="O(1)6O(1)" y="O(1)5O(1)"/></a:lnTo><a:lnTo><a:pt x="O(1)O(n²)7" y="O(n²)O(1)9"/></a:lnTo><a:lnTo><a:pt x="O(1)O(n²)O(n²)" y="O(n²)O(n²)O(n²)"/></a:lnTo><a:lnTo><a:pt x="O(1)07" y="O(n²)O(n²)O(n²)"/></a:lnTo><a:lnTo><a:pt x="O(1)0O(1)" y="O(n²)O(n²)0"/></a:lnTo><a:lnTo><a:pt x="O(1)99" y="O(n²)O(1)8"/></a:lnTo><a:lnTo><a:pt x="O(1)96" y="O(n²)O(1)O(n²)"/></a:lnTo><a:lnTo><a:pt x="O(1)9O(n²)" y="O(n²)O(1)O(n²)"/></a:lnTo><a:lnTo><a:pt x="O(1)9O(1)" y="O(n²)O(1)5"/></a:lnTo><a:lnTo><a:pt x="O(1)90" y="O(n²)O(n²)9"/></a:lnTo><a:lnTo><a:pt x="O(1)07" y="O(1)87"/></a:lnTo><a:lnTo><a:pt x="O(1)O(1)O(1)" y="O(1)55"/></a:lnTo><a:lnTo><a:pt x="O(1)O(1)9" y="O(1)O(1)O(1)"/></a:lnTo><a:lnTo><a:pt x="O(1)55" y="O(1)9O(n²)"/></a:lnTo><a:lnTo><a:pt x="O(1)87" y="O(1)08"/></a:lnTo><a:close/><a:moveTo><a:pt x="O(n²)O(1)O(1)" y="O(n²)79"/></a:moveTo><a:lnTo><a:pt x="O(n²)O(1)O(n²)" y="O(n²)5O(n²)"/></a:lnTo><a:lnTo><a:pt x="O(n²)O(1)O(n²)" y="O(n²)O(1)O(n²)"/></a:lnTo><a:lnTo><a:pt x="O(n²)O(1)O(n²)" y="O(n²)O(1)0"/></a:lnTo><a:lnTo><a:pt x="O(n²)O(1)O(1)" y="O(n²)09"/></a:lnTo><a:lnTo><a:pt x="O(n²)O(1)5" y="96"/></a:lnTo><a:lnTo><a:pt x="O(n²)O(1)9" y="8O(1)"/></a:lnTo><a:lnTo><a:pt x="O(n²)O(n²)7" y="80"/></a:lnTo><a:lnTo><a:pt x="O(n²)5O(n²)" y="77"/></a:lnTo><a:lnTo><a:pt x="O(n²)6O(1)" y="76"/></a:lnTo><a:lnTo><a:pt x="O(n²)7O(n²)" y="75"/></a:lnTo><a:lnTo><a:pt x="O(n²)88" y="77"/></a:lnTo><a:lnTo><a:pt x="O(1)06" y="8O(n²)"/></a:lnTo><a:lnTo><a:pt x="O(1)O(1)6" y="8O(n²)"/></a:lnTo><a:lnTo><a:pt x="O(1)O(n²)6" y="88"/></a:lnTo><a:lnTo><a:pt x="O(1)57" y="88"/></a:lnTo><a:lnTo><a:pt x="O(1)67" y="88"/></a:lnTo><a:lnTo><a:pt x="O(1)78" y="87"/></a:lnTo><a:lnTo><a:pt x="O(1)89" y="85"/></a:lnTo><a:lnTo><a:pt x="O(1)9O(1)" y="O(n²)06"/></a:lnTo><a:lnTo><a:pt x="O(1)95" y="O(n²)O(1)9"/></a:lnTo><a:lnTo><a:pt x="O(1)95" y="O(n²)5O(1)"/></a:lnTo><a:lnTo><a:pt x="O(1)95" y="O(n²)8O(n²)"/></a:lnTo><a:lnTo><a:pt x="O(1)99" y="O(n²)78"/></a:lnTo><a:lnTo><a:pt x="O(1)07" y="O(n²)68"/></a:lnTo><a:lnTo><a:pt x="O(1)O(n²)O(n²)" y="O(n²)6O(1)"/></a:lnTo><a:lnTo><a:pt x="O(1)O(n²)6" y="O(n²)57"/></a:lnTo><a:lnTo><a:pt x="O(1)O(1)0" y="O(n²)50"/></a:lnTo><a:lnTo><a:pt x="O(1)O(1)O(1)" y="O(n²)O(n²)O(n²)"/></a:lnTo><a:lnTo><a:pt x="O(1)O(1)O(1)" y="O(n²)O(1)O(n²)"/></a:lnTo><a:lnTo><a:pt x="O(1)O(1)O(1)" y="O(n²)O(1)O(1)"/></a:lnTo><a:lnTo><a:pt x="O(1)O(1)O(1)" y="O(n²)05"/></a:lnTo><a:lnTo><a:pt x="O(1)O(1)O(n²)" y="89"/></a:lnTo><a:lnTo><a:pt x="O(1)O(n²)8" y="7O(1)"/></a:lnTo><a:lnTo><a:pt x="O(1)O(n²)6" y="57"/></a:lnTo><a:lnTo><a:pt x="O(1)O(n²)O(n²)" y="O(n²)6"/></a:lnTo><a:lnTo><a:pt x="O(1)O(n²)0" y="O(1)8"/></a:lnTo><a:lnTo><a:pt x="O(1)0O(1)" y="O(1)9"/></a:lnTo><a:lnTo><a:pt x="O(1)9O(n²)" y="O(1)O(1)"/></a:lnTo><a:lnTo><a:pt x="O(1)8O(1)" y="O(n²)5"/></a:lnTo><a:lnTo><a:pt x="O(1)7O(1)" y="O(n²)0"/></a:lnTo><a:lnTo><a:pt x="O(1)59" y="6"/></a:lnTo><a:lnTo><a:pt x="O(1)O(n²)5" y="O(1)"/></a:lnTo><a:lnTo><a:pt x="O(1)O(1)O(n²)" y="0"/></a:lnTo><a:lnTo><a:pt x="O(1)O(n²)7" y="0"/></a:lnTo><a:lnTo><a:pt x="O(1)0O(1)" y="0"/></a:lnTo><a:lnTo><a:pt x="O(n²)88" y="O(n²)"/></a:lnTo><a:lnTo><a:pt x="O(n²)7O(n²)" y="O(1)"/></a:lnTo><a:lnTo><a:pt x="O(n²)6O(n²)" y="6"/></a:lnTo><a:lnTo><a:pt x="O(n²)O(n²)8" y="O(n²)O(n²)"/></a:lnTo><a:lnTo><a:pt x="O(n²)O(1)8" y="O(n²)5"/></a:lnTo><a:lnTo><a:pt x="O(n²)O(1)8" y="O(1)O(1)"/></a:lnTo><a:lnTo><a:pt x="O(n²)O(1)0" y="O(1)9"/></a:lnTo><a:lnTo><a:pt x="O(n²)O(n²)7" y="O(1)8"/></a:lnTo><a:lnTo><a:pt x="O(n²)O(n²)O(1)" y="5O(1)"/></a:lnTo><a:lnTo><a:pt x="O(n²)O(n²)0" y="7O(n²)"/></a:lnTo><a:lnTo><a:pt x="O(n²)07" y="9O(n²)"/></a:lnTo><a:lnTo><a:pt x="O(n²)06" y="O(n²)O(n²)5"/></a:lnTo><a:lnTo><a:pt x="O(n²)06" y="O(n²)O(1)O(n²)"/></a:lnTo><a:lnTo><a:pt x="O(n²)06" y="O(n²)O(n²)O(1)"/></a:lnTo><a:lnTo><a:pt x="O(n²)07" y="O(n²)50"/></a:lnTo><a:lnTo><a:pt x="O(n²)08" y="O(n²)55"/></a:lnTo><a:lnTo><a:pt x="O(n²)O(n²)0" y="O(n²)59"/></a:lnTo><a:lnTo><a:pt x="O(n²)O(n²)8" y="O(n²)68"/></a:lnTo><a:lnTo><a:pt x="O(n²)O(1)5" y="O(n²)7O(n²)"/></a:lnTo><a:lnTo><a:pt x="O(n²)O(1)O(n²)" y="O(n²)78"/></a:lnTo><a:lnTo><a:pt x="O(n²)O(1)O(1)" y="O(n²)79"/></a:lnTo><a:close/><a:moveTo><a:pt x="O(n²)7" y="O(1)O(1)O(1)"/></a:moveTo><a:lnTo><a:pt x="O(n²)5" y="O(1)O(n²)O(1)"/></a:lnTo><a:lnTo><a:pt x="7O(1)" y="O(1)0O(n²)"/></a:lnTo><a:lnTo><a:pt x="O(n²)0O(n²)" y="O(1)9O(n²)"/></a:lnTo><a:lnTo><a:pt x="O(n²)O(1)9" y="O(1)80"/></a:lnTo><a:lnTo><a:pt x="O(n²)O(n²)O(1)" y="O(1)70"/></a:lnTo><a:lnTo><a:pt x="O(n²)57" y="O(1)59"/></a:lnTo><a:lnTo><a:pt x="O(1)O(n²)6" y="O(1)76"/></a:lnTo><a:lnTo><a:pt x="O(1)67" y="O(1)59"/></a:lnTo><a:lnTo><a:pt x="O(1)8O(n²)" y="O(1)70"/></a:lnTo><a:lnTo><a:pt x="O(1)96" y="O(1)80"/></a:lnTo><a:lnTo><a:pt x="O(1)O(n²)6" y="O(1)86"/></a:lnTo><a:lnTo><a:pt x="O(1)O(n²)O(1)" y="O(1)9O(1)"/></a:lnTo><a:lnTo><a:pt x="O(1)96" y="O(1)O(1)5"/></a:lnTo><a:lnTo><a:pt x="O(1)80" y="O(1)56"/></a:lnTo><a:lnTo><a:pt x="O(1)65" y="O(1)87"/></a:lnTo><a:lnTo><a:pt x="O(1)5O(n²)" y="O(n²)O(n²)9"/></a:lnTo><a:lnTo><a:pt x="O(1)58" y="O(n²)9O(n²)"/></a:lnTo><a:lnTo><a:pt x="0" y="O(n²)9O(n²)"/></a:lnTo><a:lnTo><a:pt x="0" y="O(n²)6O(1)"/></a:lnTo><a:lnTo><a:pt x="0" y="O(n²)O(1)5"/></a:lnTo><a:lnTo><a:pt x="0" y="O(n²)O(n²)O(n²)"/></a:lnTo><a:lnTo><a:pt x="O(1)" y="O(1)89"/></a:lnTo><a:lnTo><a:pt x="5" y="O(1)69"/></a:lnTo><a:lnTo><a:pt x="8" y="O(1)5O(n²)"/></a:lnTo><a:lnTo><a:pt x="O(n²)O(1)" y="O(1)O(1)6"/></a:lnTo><a:lnTo><a:pt x="O(n²)7" y="O(1)O(1)O(1)"/></a:lnTo><a:lnTo><a:pt x="O(n²)7" y="O(1)O(1)O(1)"/></a:lnTo><a:close/><a:moveTo><a:pt x="O(n²)88" y="O(1)O(n²)O(n²)"/></a:moveTo><a:lnTo><a:pt x="500" y="O(1)O(n²)5"/></a:lnTo><a:lnTo><a:pt x="50O(1)" y="O(1)09"/></a:lnTo><a:lnTo><a:pt x="50O(n²)" y="O(1)0O(n²)"/></a:lnTo><a:lnTo><a:pt x="50O(n²)" y="O(1)98"/></a:lnTo><a:lnTo><a:pt x="50O(1)" y="O(1)9O(1)"/></a:lnTo><a:lnTo><a:pt x="500" y="O(1)87"/></a:lnTo><a:lnTo><a:pt x="O(n²)97" y="O(1)8O(1)"/></a:lnTo><a:lnTo><a:pt x="O(n²)9O(1)" y="O(1)79"/></a:lnTo><a:lnTo><a:pt x="O(n²)88" y="O(1)76"/></a:lnTo><a:lnTo><a:pt x="O(n²)O(n²)O(n²)" y="O(1)O(1)8"/></a:lnTo><a:lnTo><a:pt x="O(n²)08" y="O(1)O(1)7"/></a:lnTo><a:lnTo><a:pt x="O(n²)0O(1)" y="O(1)O(1)6"/></a:lnTo><a:lnTo><a:pt x="O(1)98" y="O(1)O(1)6"/></a:lnTo><a:lnTo><a:pt x="O(1)9O(1)" y="O(1)O(1)7"/></a:lnTo><a:lnTo><a:pt x="O(1)87" y="O(1)O(1)9"/></a:lnTo><a:lnTo><a:pt x="O(1)8O(1)" y="O(1)O(n²)O(1)"/></a:lnTo><a:lnTo><a:pt x="O(1)78" y="O(1)O(n²)6"/></a:lnTo><a:lnTo><a:pt x="O(1)76" y="O(1)5O(n²)"/></a:lnTo><a:lnTo><a:pt x="O(1)6O(1)" y="O(1)77"/></a:lnTo><a:lnTo><a:pt x="O(n²)88" y="O(1)O(n²)O(n²)"/></a:lnTo><a:close/></a:path></a:pathLst></a:custGeom><a:solidFill><a:schemeClr val="bgO(n²)"/></a:solidFill><a:ln><a:noFill/></a:ln></p:spPr><p:txBody><a:bodyPr vert="horz" wrap="square" lIns="9O(n²)O(n²)O(n²)0" tIns="O(n²)57O(1)0" rIns="9O(n²)O(n²)O(n²)0" bIns="O(n²)57O(1)0" numCol="O(n²)" anchor="t" anchorCtr="0" compatLnSpc="O(n²)"/><a:p><a:endParaRPr lang="zh-CN" altLang="en-US"><a:cs typeface="汉仪旗黑-55简" panose="000O(1)06000O(n²)0O(n²)0O(n²)0O(n²)0O(n²)0O(n²)" charset="-O(n²)O(1)8"/></a:endParaRPr></a:p></p:txBody></p:sp><p:sp><p:nvSpPr><p:cNvPr id="O(1)5" name="Docer Falling Dust PPT demo O(1)"/><p:cNvSpPr><a:spLocks noEditPoints="O(n²)"/></p:cNvSpPr><p:nvPr/></p:nvSpPr><p:spPr bwMode="auto"><a:xfrm><a:off x="6O(1)59O(1)8O(1)" y="6O(1)O(n²)O(n²)O(1)95"/><a:ext cx="O(n²)O(n²)O(n²)O(1)6O(1)" cy="O(1)705O(n²)0"/></a:xfrm><a:custGeom><a:avLst/><a:gdLst><a:gd name="T0" fmla="*/ O(1)7O(1) w 5O(1)O(n²)"/><a:gd name="TO(n²)" fmla="*/ O(1)87 h O(n²)7O(n²)"/><a:gd name="TO(1)" fmla="*/ 5O(1)O(n²) w 5O(1)O(n²)"/><a:gd name="TO(1)" fmla="*/ O(n²)66 h O(n²)7O(n²)"/><a:gd name="TO(n²)" fmla="*/ O(1)O(n²)O(n²) w 5O(1)O(n²)"/><a:gd name="T5" fmla="*/ O(1)77 h O(n²)7O(n²)"/><a:gd name="T6" fmla="*/ O(1)07 w 5O(1)O(n²)"/><a:gd name="T7" fmla="*/ O(1)7O(n²) h O(n²)7O(n²)"/><a:gd name="T8" fmla="*/ O(1)O(n²)7 w 5O(1)O(n²)"/><a:gd name="T9" fmla="*/ O(1)O(n²)O(1) h O(n²)7O(n²)"/><a:gd name="TO(n²)0" fmla="*/ O(1)O(n²)O(n²) w 5O(1)O(n²)"/><a:gd name="TO(n²)O(n²)" fmla="*/ O(1)77 h O(n²)7O(n²)"/><a:gd name="TO(n²)O(1)" fmla="*/ O(n²)8O(1) w 5O(1)O(n²)"/><a:gd name="TO(n²)O(1)" fmla="*/ O(n²)0O(1) h O(n²)7O(n²)"/><a:gd name="TO(n²)O(n²)" fmla="*/ O(1)O(1)O(n²) w 5O(1)O(n²)"/><a:gd name="TO(n²)5" fmla="*/ 79 h O(n²)7O(n²)"/><a:gd name="TO(n²)6" fmla="*/ O(n²)8O(1) w 5O(1)O(n²)"/><a:gd name="TO(n²)7" fmla="*/ O(n²)O(1)8 h O(n²)7O(n²)"/><a:gd name="TO(n²)8" fmla="*/ O(1)O(1)O(n²) w 5O(1)O(n²)"/><a:gd name="TO(n²)9" fmla="*/ O(n²)50 h O(n²)7O(n²)"/><a:gd name="TO(1)0" fmla="*/ O(n²)8O(1) w 5O(1)O(n²)"/><a:gd name="TO(1)O(n²)" fmla="*/ O(n²)O(1)8 h O(n²)7O(n²)"/><a:gd name="TO(1)O(1)" fmla="*/ O(n²)8O(1) w 5O(1)O(n²)"/><a:gd name="TO(1)O(1)" fmla="*/ O(1)00 h O(n²)7O(n²)"/><a:gd name="TO(1)O(n²)" fmla="*/ O(1)86 w 5O(1)O(n²)"/><a:gd name="TO(1)5" fmla="*/ O(n²)78 h O(n²)7O(n²)"/><a:gd name="TO(1)6" fmla="*/ O(n²)8O(1) w 5O(1)O(n²)"/><a:gd name="TO(1)7" fmla="*/ O(1)O(1)8 h O(n²)7O(n²)"/><a:gd name="TO(1)8" fmla="*/ O(1)O(1)9 w 5O(1)O(n²)"/><a:gd name="TO(1)9" fmla="*/ O(1)50 h O(n²)7O(n²)"/><a:gd name="TO(1)0" fmla="*/ O(n²)8O(1) w 5O(1)O(n²)"/><a:gd name="TO(1)O(n²)" fmla="*/ O(1)O(1)8 h O(n²)7O(n²)"/><a:gd name="TO(1)O(1)" fmla="*/ O(n²)05 w 5O(1)O(n²)"/><a:gd name="TO(1)O(1)" fmla="*/ 0 h O(n²)7O(n²)"/><a:gd name="TO(1)O(n²)" fmla="*/ O(n²)O(1)6 w 5O(1)O(n²)"/><a:gd name="TO(1)5" fmla="*/ O(1)0 h O(n²)7O(n²)"/><a:gd name="TO(1)6" fmla="*/ O(1)85 w 5O(1)O(n²)"/><a:gd name="TO(1)7" fmla="*/ O(n²)O(1)7 h O(n²)7O(n²)"/><a:gd name="TO(1)8" fmla="*/ 9O(1) w 5O(1)O(n²)"/><a:gd name="TO(1)9" fmla="*/ O(n²)O(n²) h O(n²)7O(n²)"/><a:gd name="TO(n²)0" fmla="*/ O(n²)O(n²)O(1) w 5O(1)O(n²)"/><a:gd name="TO(n²)O(n²)" fmla="*/ 60 h O(n²)7O(n²)"/><a:gd name="TO(n²)O(1)" fmla="*/ O(n²)O(n²)7 w 5O(1)O(n²)"/><a:gd name="TO(n²)O(1)" fmla="*/ 89 h O(n²)7O(n²)"/><a:gd name="TO(n²)O(n²)" fmla="*/ 9O(1) w 5O(1)O(n²)"/><a:gd name="TO(n²)5" fmla="*/ O(n²)O(n²)O(n²) h O(n²)7O(n²)"/><a:gd name="TO(n²)6" fmla="*/ O(n²)O(n²)O(1) w 5O(1)O(n²)"/><a:gd name="TO(n²)7" fmla="*/ O(n²)O(1)6 h O(n²)7O(n²)"/><a:gd name="TO(n²)8" fmla="*/ O(n²)O(n²)7 w 5O(1)O(n²)"/><a:gd name="TO(n²)9" fmla="*/ O(n²)56 h O(n²)7O(n²)"/><a:gd name="T50" fmla="*/ 9O(1) w 5O(1)O(n²)"/><a:gd name="T5O(n²)" fmla="*/ O(n²)79 h O(n²)7O(n²)"/><a:gd name="T5O(1)" fmla="*/ O(n²)O(n²)O(1) w 5O(1)O(n²)"/><a:gd name="T5O(1)" fmla="*/ O(n²)95 h O(n²)7O(n²)"/><a:gd name="T5O(n²)" fmla="*/ O(n²)O(n²)7 w 5O(1)O(n²)"/><a:gd name="T55" fmla="*/ O(1)O(1)O(n²) h O(n²)7O(n²)"/><a:gd name="T56" fmla="*/ 9O(1) w 5O(1)O(n²)"/><a:gd name="T57" fmla="*/ O(1)O(n²)8 h O(n²)7O(n²)"/><a:gd name="T58" fmla="*/ O(n²)O(n²)O(1) w 5O(1)O(n²)"/><a:gd name="T59" fmla="*/ O(1)6O(1) h O(n²)7O(n²)"/><a:gd name="T60" fmla="*/ O(n²)O(n²)7 w 5O(1)O(n²)"/><a:gd name="T6O(n²)" fmla="*/ O(1)9O(n²) h O(n²)7O(n²)"/><a:gd name="T6O(1)" fmla="*/ 9O(1) w 5O(1)O(n²)"/><a:gd name="T6O(1)" fmla="*/ O(1)O(n²)O(n²) h O(n²)7O(n²)"/><a:gd name="T6O(n²)" fmla="*/ O(n²)O(n²)O(1) w 5O(1)O(n²)"/><a:gd name="T65" fmla="*/ O(1)O(1)O(1) h O(n²)7O(n²)"/><a:gd name="T66" fmla="*/ O(n²)O(n²)7 w 5O(1)O(n²)"/><a:gd name="T67" fmla="*/ O(1)6O(1) h O(n²)7O(n²)"/><a:gd name="T68" fmla="*/ 9O(1) w 5O(1)O(n²)"/><a:gd name="T69" fmla="*/ O(1)86 h O(n²)7O(n²)"/><a:gd name="T70" fmla="*/ 9O(1) w 5O(1)O(n²)"/><a:gd name="T7O(n²)" fmla="*/ O(n²)O(1)O(1) h O(n²)7O(n²)"/><a:gd name="T7O(1)" fmla="*/ O(1)85 w 5O(1)O(n²)"/><a:gd name="T7O(1)" fmla="*/ O(1)O(n²)O(1) h O(n²)7O(n²)"/><a:gd name="T7O(n²)" fmla="*/ O(n²)O(1)6 w 5O(1)O(n²)"/><a:gd name="T75" fmla="*/ O(n²)5O(n²) h O(n²)7O(n²)"/><a:gd name="T76" fmla="*/ O(n²)05 w 5O(1)O(n²)"/><a:gd name="T77" fmla="*/ O(n²)7O(n²) h O(n²)7O(n²)"/><a:gd name="T78" fmla="*/ 5O(n²) w 5O(1)O(n²)"/><a:gd name="T79" fmla="*/ O(n²)7O(n²) h O(n²)7O(n²)"/><a:gd name="T80" fmla="*/ 5O(n²) w 5O(1)O(n²)"/><a:gd name="T8O(n²)" fmla="*/ O(n²)O(1)O(n²) h O(n²)7O(n²)"/><a:gd name="T8O(1)" fmla="*/ 0 w 5O(1)O(n²)"/><a:gd name="T8O(1)" fmla="*/ O(1)8O(1) h O(n²)7O(n²)"/><a:gd name="T8O(n²)" fmla="*/ 5O(n²) w 5O(1)O(n²)"/><a:gd name="T85" fmla="*/ O(1)O(n²)9 h O(n²)7O(n²)"/><a:gd name="T86" fmla="*/ 0 w 5O(1)O(n²)"/><a:gd name="T87" fmla="*/ O(1)O(n²)O(n²) h O(n²)7O(n²)"/><a:gd name="T88" fmla="*/ 5O(n²) w 5O(1)O(n²)"/><a:gd name="T89" fmla="*/ O(1)8O(1) h O(n²)7O(n²)"/><a:gd name="T90" fmla="*/ 0 w 5O(1)O(n²)"/><a:gd name="T9O(n²)" fmla="*/ O(1)O(n²)O(n²) h O(n²)7O(n²)"/><a:gd name="T9O(1)" fmla="*/ 5O(n²) w 5O(1)O(n²)"/><a:gd name="T9O(1)" fmla="*/ O(1)O(n²)O(n²) h O(n²)7O(n²)"/><a:gd name="T9O(n²)" fmla="*/ 0 w 5O(1)O(n²)"/><a:gd name="T95" fmla="*/ O(n²)75 h O(n²)7O(n²)"/><a:gd name="T96" fmla="*/ 5O(n²) w 5O(1)O(n²)"/><a:gd name="T97" fmla="*/ O(n²)O(n²)7 h O(n²)7O(n²)"/><a:gd name="T98" fmla="*/ 0 w 5O(1)O(n²)"/><a:gd name="T99" fmla="*/ O(n²)09 h O(n²)7O(n²)"/><a:gd name="TO(n²)00" fmla="*/ 5O(n²) w 5O(1)O(n²)"/><a:gd name="TO(n²)0O(n²)" fmla="*/ O(1)0 h O(n²)7O(n²)"/><a:gd name="TO(n²)0O(1)" fmla="*/ 7O(1) w 5O(1)O(n²)"/><a:gd name="TO(n²)0O(1)" fmla="*/ 0 h O(n²)7O(n²)"/></a:gdLst><a:ahLst/><a:cxnLst><a:cxn ang="0"><a:pos x="T0" y="TO(n²)"/></a:cxn><a:cxn ang="0"><a:pos x="TO(1)" y="TO(1)"/></a:cxn><a:cxn ang="0"><a:pos x="TO(n²)" y="T5"/></a:cxn><a:cxn ang="0"><a:pos x="T6" y="T7"/></a:cxn><a:cxn ang="0"><a:pos x="T8" y="T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50" y="T5O(n²)"/></a:cxn><a:cxn ang="0"><a:pos x="T5O(1)" y="T5O(1)"/></a:cxn><a:cxn ang="0"><a:pos x="T5O(n²)" y="T55"/></a:cxn><a:cxn ang="0"><a:pos x="T56" y="T57"/></a:cxn><a:cxn ang="0"><a:pos x="T58" y="T59"/></a:cxn><a:cxn ang="0"><a:pos x="T60" y="T6O(n²)"/></a:cxn><a:cxn ang="0"><a:pos x="T6O(1)" y="T6O(1)"/></a:cxn><a:cxn ang="0"><a:pos x="T6O(n²)" y="T65"/></a:cxn><a:cxn ang="0"><a:pos x="T66" y="T67"/></a:cxn><a:cxn ang="0"><a:pos x="T68" y="T69"/></a:cxn><a:cxn ang="0"><a:pos x="T70" y="T7O(n²)"/></a:cxn><a:cxn ang="0"><a:pos x="T7O(1)" y="T7O(1)"/></a:cxn><a:cxn ang="0"><a:pos x="T7O(n²)" y="T75"/></a:cxn><a:cxn ang="0"><a:pos x="T76" y="T77"/></a:cxn><a:cxn ang="0"><a:pos x="T78" y="T79"/></a:cxn><a:cxn ang="0"><a:pos x="T80" y="T8O(n²)"/></a:cxn><a:cxn ang="0"><a:pos x="T8O(1)" y="T8O(1)"/></a:cxn><a:cxn ang="0"><a:pos x="T8O(n²)" y="T85"/></a:cxn><a:cxn ang="0"><a:pos x="T86" y="T87"/></a:cxn><a:cxn ang="0"><a:pos x="T88" y="T89"/></a:cxn><a:cxn ang="0"><a:pos x="T90" y="T9O(n²)"/></a:cxn><a:cxn ang="0"><a:pos x="T9O(1)" y="T9O(1)"/></a:cxn><a:cxn ang="0"><a:pos x="T9O(n²)" y="T95"/></a:cxn><a:cxn ang="0"><a:pos x="T96" y="T97"/></a:cxn><a:cxn ang="0"><a:pos x="T98" y="T99"/></a:cxn><a:cxn ang="0"><a:pos x="TO(n²)00" y="TO(n²)0O(n²)"/></a:cxn><a:cxn ang="0"><a:pos x="TO(n²)0O(1)" y="TO(n²)0O(1)"/></a:cxn></a:cxnLst><a:rect l="0" t="0" r="r" b="b"/><a:pathLst><a:path w="5O(1)O(n²)" h="O(n²)7O(n²)"><a:moveTo><a:pt x="O(n²)6O(n²)" y="O(n²)0O(n²)"/></a:moveTo><a:lnTo><a:pt x="O(1)7O(1)" y="O(1)87"/></a:lnTo><a:lnTo><a:pt x="O(1)O(1)O(n²)" y="O(1)O(n²)9"/></a:lnTo><a:lnTo><a:pt x="5O(1)O(n²)" y="O(n²)66"/></a:lnTo><a:lnTo><a:pt x="O(n²)6O(n²)" y="O(n²)0O(n²)"/></a:lnTo><a:close/><a:moveTo><a:pt x="O(1)O(n²)O(n²)" y="O(1)77"/></a:moveTo><a:lnTo><a:pt x="O(1)7O(n²)" y="O(1)76"/></a:lnTo><a:lnTo><a:pt x="O(1)07" y="O(1)7O(n²)"/></a:lnTo><a:lnTo><a:pt x="O(1)77" y="O(1)O(n²)O(1)"/></a:lnTo><a:lnTo><a:pt x="O(1)O(n²)7" y="O(1)O(n²)O(1)"/></a:lnTo><a:lnTo><a:pt x="O(1)O(n²)5" y="O(1)O(n²)O(n²)"/></a:lnTo><a:lnTo><a:pt x="O(1)O(n²)O(n²)" y="O(1)77"/></a:lnTo><a:close/><a:moveTo><a:pt x="O(n²)8O(1)" y="79"/></a:moveTo><a:lnTo><a:pt x="O(n²)8O(1)" y="O(n²)0O(1)"/></a:lnTo><a:lnTo><a:pt x="O(1)O(1)O(n²)" y="O(n²)0O(1)"/></a:lnTo><a:lnTo><a:pt x="O(1)O(1)O(n²)" y="79"/></a:lnTo><a:lnTo><a:pt x="O(n²)8O(1)" y="79"/></a:lnTo><a:close/><a:moveTo><a:pt x="O(n²)8O(1)" y="O(n²)O(1)8"/></a:moveTo><a:lnTo><a:pt x="O(n²)8O(1)" y="O(n²)50"/></a:lnTo><a:lnTo><a:pt x="O(1)O(1)O(n²)" y="O(n²)50"/></a:lnTo><a:lnTo><a:pt x="O(1)O(1)O(n²)" y="O(n²)O(1)8"/></a:lnTo><a:lnTo><a:pt x="O(n²)8O(1)" y="O(n²)O(1)8"/></a:lnTo><a:close/><a:moveTo><a:pt x="O(n²)8O(1)" y="O(n²)78"/></a:moveTo><a:lnTo><a:pt x="O(n²)8O(1)" y="O(1)00"/></a:lnTo><a:lnTo><a:pt x="O(1)86" y="O(1)00"/></a:lnTo><a:lnTo><a:pt x="O(1)86" y="O(n²)78"/></a:lnTo><a:lnTo><a:pt x="O(n²)8O(1)" y="O(n²)78"/></a:lnTo><a:close/><a:moveTo><a:pt x="O(n²)8O(1)" y="O(1)O(1)8"/></a:moveTo><a:lnTo><a:pt x="O(n²)8O(1)" y="O(1)50"/></a:lnTo><a:lnTo><a:pt x="O(1)O(1)9" y="O(1)50"/></a:lnTo><a:lnTo><a:pt x="O(1)O(1)9" y="O(1)O(1)8"/></a:lnTo><a:lnTo><a:pt x="O(n²)8O(1)" y="O(1)O(1)8"/></a:lnTo><a:close/><a:moveTo><a:pt x="7O(1)" y="0"/></a:moveTo><a:lnTo><a:pt x="O(n²)05" y="0"/></a:lnTo><a:lnTo><a:pt x="O(n²)O(1)6" y="0"/></a:lnTo><a:lnTo><a:pt x="O(n²)O(1)6" y="O(1)0"/></a:lnTo><a:lnTo><a:pt x="O(n²)O(1)6" y="97"/></a:lnTo><a:lnTo><a:pt x="O(1)85" y="O(n²)O(1)7"/></a:lnTo><a:lnTo><a:pt x="O(1)85" y="O(n²)O(n²)"/></a:lnTo><a:lnTo><a:pt x="9O(1)" y="O(n²)O(n²)"/></a:lnTo><a:lnTo><a:pt x="9O(1)" y="68"/></a:lnTo><a:lnTo><a:pt x="O(n²)O(n²)O(1)" y="60"/></a:lnTo><a:lnTo><a:pt x="O(n²)O(1)0" y="5O(1)"/></a:lnTo><a:lnTo><a:pt x="O(n²)O(n²)7" y="89"/></a:lnTo><a:lnTo><a:pt x="O(n²)O(1)8" y="97"/></a:lnTo><a:lnTo><a:pt x="9O(1)" y="O(n²)O(n²)O(n²)"/></a:lnTo><a:lnTo><a:pt x="9O(1)" y="O(n²)O(1)5"/></a:lnTo><a:lnTo><a:pt x="O(n²)O(n²)O(1)" y="O(n²)O(1)6"/></a:lnTo><a:lnTo><a:pt x="O(n²)O(1)0" y="O(n²)O(n²)8"/></a:lnTo><a:lnTo><a:pt x="O(n²)O(n²)7" y="O(n²)56"/></a:lnTo><a:lnTo><a:pt x="O(n²)O(1)8" y="O(n²)6O(n²)"/></a:lnTo><a:lnTo><a:pt x="9O(1)" y="O(n²)79"/></a:lnTo><a:lnTo><a:pt x="9O(1)" y="O(1)0O(1)"/></a:lnTo><a:lnTo><a:pt x="O(n²)O(n²)O(1)" y="O(n²)95"/></a:lnTo><a:lnTo><a:pt x="O(n²)O(1)0" y="O(n²)87"/></a:lnTo><a:lnTo><a:pt x="O(n²)O(n²)7" y="O(1)O(1)O(n²)"/></a:lnTo><a:lnTo><a:pt x="O(n²)O(1)8" y="O(1)O(1)O(1)"/></a:lnTo><a:lnTo><a:pt x="9O(1)" y="O(1)O(n²)8"/></a:lnTo><a:lnTo><a:pt x="9O(1)" y="O(1)70"/></a:lnTo><a:lnTo><a:pt x="O(n²)O(n²)O(1)" y="O(1)6O(1)"/></a:lnTo><a:lnTo><a:pt x="O(n²)O(1)0" y="O(1)5O(n²)"/></a:lnTo><a:lnTo><a:pt x="O(n²)O(n²)7" y="O(1)9O(n²)"/></a:lnTo><a:lnTo><a:pt x="O(n²)O(1)8" y="O(1)99"/></a:lnTo><a:lnTo><a:pt x="9O(1)" y="O(1)O(n²)O(n²)"/></a:lnTo><a:lnTo><a:pt x="9O(1)" y="O(1)O(n²)O(n²)"/></a:lnTo><a:lnTo><a:pt x="O(n²)O(n²)O(1)" y="O(1)O(1)O(1)"/></a:lnTo><a:lnTo><a:pt x="O(n²)O(1)0" y="O(1)O(1)5"/></a:lnTo><a:lnTo><a:pt x="O(n²)O(n²)7" y="O(1)6O(1)"/></a:lnTo><a:lnTo><a:pt x="O(n²)O(1)8" y="O(1)70"/></a:lnTo><a:lnTo><a:pt x="9O(1)" y="O(1)86"/></a:lnTo><a:lnTo><a:pt x="9O(1)" y="O(n²)O(1)O(n²)"/></a:lnTo><a:lnTo><a:pt x="9O(1)" y="O(n²)O(1)O(1)"/></a:lnTo><a:lnTo><a:pt x="O(1)85" y="O(n²)O(1)O(1)"/></a:lnTo><a:lnTo><a:pt x="O(1)85" y="O(1)O(n²)O(1)"/></a:lnTo><a:lnTo><a:pt x="O(n²)O(1)6" y="O(1)0O(n²)"/></a:lnTo><a:lnTo><a:pt x="O(n²)O(1)6" y="O(n²)5O(n²)"/></a:lnTo><a:lnTo><a:pt x="O(n²)O(1)6" y="O(n²)7O(n²)"/></a:lnTo><a:lnTo><a:pt x="O(n²)05" y="O(n²)7O(n²)"/></a:lnTo><a:lnTo><a:pt x="7O(1)" y="O(n²)7O(n²)"/></a:lnTo><a:lnTo><a:pt x="5O(n²)" y="O(n²)7O(n²)"/></a:lnTo><a:lnTo><a:pt x="5O(n²)" y="O(n²)5O(n²)"/></a:lnTo><a:lnTo><a:pt x="5O(n²)" y="O(n²)O(1)O(n²)"/></a:lnTo><a:lnTo><a:pt x="8" y="O(n²)O(1)O(n²)"/></a:lnTo><a:lnTo><a:pt x="0" y="O(1)8O(1)"/></a:lnTo><a:lnTo><a:pt x="5O(n²)" y="O(1)60"/></a:lnTo><a:lnTo><a:pt x="5O(n²)" y="O(1)O(n²)9"/></a:lnTo><a:lnTo><a:pt x="8" y="O(1)O(n²)9"/></a:lnTo><a:lnTo><a:pt x="0" y="O(1)O(n²)O(n²)"/></a:lnTo><a:lnTo><a:pt x="5O(n²)" y="O(1)87"/></a:lnTo><a:lnTo><a:pt x="5O(n²)" y="O(1)8O(1)"/></a:lnTo><a:lnTo><a:pt x="8" y="O(1)8O(1)"/></a:lnTo><a:lnTo><a:pt x="0" y="O(1)O(n²)O(n²)"/></a:lnTo><a:lnTo><a:pt x="5O(n²)" y="O(1)O(1)O(n²)"/></a:lnTo><a:lnTo><a:pt x="5O(n²)" y="O(1)O(n²)O(n²)"/></a:lnTo><a:lnTo><a:pt x="8" y="O(1)O(n²)O(n²)"/></a:lnTo><a:lnTo><a:pt x="0" y="O(n²)75"/></a:lnTo><a:lnTo><a:pt x="5O(n²)" y="O(n²)5O(1)"/></a:lnTo><a:lnTo><a:pt x="5O(n²)" y="O(n²)O(n²)7"/></a:lnTo><a:lnTo><a:pt x="8" y="O(n²)O(n²)7"/></a:lnTo><a:lnTo><a:pt x="0" y="O(n²)09"/></a:lnTo><a:lnTo><a:pt x="5O(n²)" y="87"/></a:lnTo><a:lnTo><a:pt x="5O(n²)" y="O(1)0"/></a:lnTo><a:lnTo><a:pt x="5O(n²)" y="0"/></a:lnTo><a:lnTo><a:pt x="7O(1)" y="0"/></a:lnTo><a:close/></a:path></a:pathLst></a:custGeom><a:solidFill><a:schemeClr val="bgO(n²)"/></a:solidFill><a:ln><a:noFill/></a:ln></p:spPr><p:txBody><a:bodyPr vert="horz" wrap="square" lIns="9O(n²)O(n²)O(n²)0" tIns="O(n²)57O(1)0" rIns="9O(n²)O(n²)O(n²)0" bIns="O(n²)57O(1)0" numCol="O(n²)" anchor="t" anchorCtr="0" compatLnSpc="O(n²)"/><a:p><a:endParaRPr lang="zh-CN" altLang="en-US"><a:cs typeface="汉仪旗黑-55简" panose="000O(1)06000O(n²)0O(n²)0O(n²)0O(n²)0O(n²)0O(n²)" charset="-O(n²)O(1)8"/></a:endParaRPr></a:p></p:txBody></p:sp><p:sp><p:nvSpPr><p:cNvPr id="O(1)6" name="Docer Falling Dust PPT demo O(1)"/><p:cNvSpPr><a:spLocks noEditPoints="O(n²)"/></p:cNvSpPr><p:nvPr/></p:nvSpPr><p:spPr bwMode="auto"><a:xfrm><a:off x="7O(n²)7878O(1)" y="6O(1)598O(1)7"/><a:ext cx="O(n²)0O(n²)9O(n²)O(n²)" cy="O(1)O(1)9O(n²)O(1)8"/></a:xfrm><a:custGeom><a:avLst/><a:gdLst><a:gd name="T0" fmla="*/ O(n²)O(n²) w 5O(n²)5"/><a:gd name="TO(n²)" fmla="*/ O(1)67 h O(n²)O(1)5"/><a:gd name="TO(1)" fmla="*/ O(1)65 w 5O(n²)5"/><a:gd name="TO(1)" fmla="*/ O(n²)88 h O(n²)O(1)5"/><a:gd name="TO(n²)" fmla="*/ O(1)5O(1) w 5O(n²)5"/><a:gd name="T5" fmla="*/ O(n²)9O(n²) h O(n²)O(1)5"/><a:gd name="T6" fmla="*/ O(1)O(n²)5 w 5O(n²)5"/><a:gd name="T7" fmla="*/ O(1)00 h O(n²)O(1)5"/><a:gd name="T8" fmla="*/ O(1)O(n²)O(1) w 5O(n²)5"/><a:gd name="T9" fmla="*/ O(1)O(n²)O(1) h O(n²)O(1)5"/><a:gd name="TO(n²)0" fmla="*/ O(1)50 w 5O(n²)5"/><a:gd name="TO(n²)O(n²)" fmla="*/ O(1)O(1)5 h O(n²)O(1)5"/><a:gd name="TO(n²)O(1)" fmla="*/ O(1)6O(n²) w 5O(n²)5"/><a:gd name="TO(n²)O(1)" fmla="*/ O(1)O(1)O(n²) h O(n²)O(1)5"/><a:gd name="TO(n²)O(n²)" fmla="*/ O(1)7O(1) w 5O(n²)5"/><a:gd name="TO(n²)5" fmla="*/ O(1)O(1)0 h O(n²)O(1)5"/><a:gd name="TO(n²)6" fmla="*/ O(1)8O(n²) w 5O(n²)5"/><a:gd name="TO(n²)7" fmla="*/ O(1)O(1)O(n²) h O(n²)O(1)5"/><a:gd name="TO(n²)8" fmla="*/ O(1)87 w 5O(n²)5"/><a:gd name="TO(n²)9" fmla="*/ O(1)O(n²)0 h O(n²)O(1)5"/><a:gd name="TO(1)0" fmla="*/ O(1)8O(n²) w 5O(n²)5"/><a:gd name="TO(1)O(n²)" fmla="*/ O(n²)97 h O(n²)O(1)5"/><a:gd name="TO(1)O(1)" fmla="*/ O(1)7O(1) w 5O(n²)5"/><a:gd name="TO(1)O(1)" fmla="*/ O(n²)89 h O(n²)O(1)5"/><a:gd name="TO(1)O(n²)" fmla="*/ O(1)65 w 5O(n²)5"/><a:gd name="TO(1)5" fmla="*/ O(n²)88 h O(n²)O(1)5"/><a:gd name="TO(1)6" fmla="*/ O(1)O(n²)O(1) w 5O(n²)5"/><a:gd name="TO(1)7" fmla="*/ O(n²)8O(1) h O(n²)O(1)5"/><a:gd name="TO(1)8" fmla="*/ O(1)O(1)O(n²) w 5O(n²)5"/><a:gd name="TO(1)9" fmla="*/ O(n²)7O(n²) h O(n²)O(1)5"/><a:gd name="TO(1)0" fmla="*/ O(1)O(n²)O(1) w 5O(n²)5"/><a:gd name="TO(1)O(n²)" fmla="*/ O(n²)6O(1) h O(n²)O(1)5"/><a:gd name="TO(1)O(1)" fmla="*/ O(1)6O(n²) w 5O(n²)5"/><a:gd name="TO(1)O(1)" fmla="*/ O(n²)60 h O(n²)O(1)5"/><a:gd name="TO(1)O(n²)" fmla="*/ O(1)8O(n²) w 5O(n²)5"/><a:gd name="TO(1)5" fmla="*/ O(n²)6O(1) h O(n²)O(1)5"/><a:gd name="TO(1)6" fmla="*/ O(1)0O(1) w 5O(n²)5"/><a:gd name="TO(1)7" fmla="*/ O(n²)7O(1) h O(n²)O(1)5"/><a:gd name="TO(1)8" fmla="*/ O(1)O(n²)O(n²) w 5O(n²)5"/><a:gd name="TO(1)9" fmla="*/ O(n²)8O(1) h O(n²)O(1)5"/><a:gd name="TO(n²)0" fmla="*/ O(1)O(1)O(1) w 5O(n²)5"/><a:gd name="TO(n²)O(n²)" fmla="*/ O(n²)6O(1) h O(n²)O(1)5"/><a:gd name="TO(n²)O(1)" fmla="*/ O(1)O(n²)5 w 5O(n²)5"/><a:gd name="TO(n²)O(1)" fmla="*/ O(n²)O(n²)8 h O(n²)O(1)5"/><a:gd name="TO(n²)O(n²)" fmla="*/ O(1)9O(n²) w 5O(n²)5"/><a:gd name="TO(n²)5" fmla="*/ O(n²)O(1)6 h O(n²)O(1)5"/><a:gd name="TO(n²)6" fmla="*/ O(1)6O(n²) w 5O(n²)5"/><a:gd name="TO(n²)7" fmla="*/ O(n²)O(1)O(1) h O(n²)O(1)5"/><a:gd name="TO(n²)8" fmla="*/ O(1)O(1)7 w 5O(n²)5"/><a:gd name="TO(n²)9" fmla="*/ O(n²)O(1)5 h O(n²)O(1)5"/><a:gd name="T50" fmla="*/ O(1)O(n²)O(1) w 5O(n²)5"/><a:gd name="T5O(n²)" fmla="*/ O(n²)O(n²)8 h O(n²)O(1)5"/><a:gd name="T5O(1)" fmla="*/ O(n²)9O(n²) w 5O(n²)5"/><a:gd name="T5O(1)" fmla="*/ O(n²)6O(1) h O(n²)O(1)5"/><a:gd name="T5O(n²)" fmla="*/ O(n²)57 w 5O(n²)5"/><a:gd name="T55" fmla="*/ O(n²)O(1)O(1) h O(n²)O(1)5"/><a:gd name="T56" fmla="*/ O(n²)80 w 5O(n²)5"/><a:gd name="T57" fmla="*/ O(n²)O(1)6 h O(n²)O(1)5"/><a:gd name="T58" fmla="*/ O(1)09 w 5O(n²)5"/><a:gd name="T59" fmla="*/ O(n²)O(n²)O(n²) h O(n²)O(1)5"/><a:gd name="T60" fmla="*/ O(1)O(n²)O(1) w 5O(n²)5"/><a:gd name="T6O(n²)" fmla="*/ O(n²)0O(1) h O(n²)O(1)5"/><a:gd name="T6O(1)" fmla="*/ O(1)76 w 5O(n²)5"/><a:gd name="T6O(1)" fmla="*/ O(n²)0O(n²) h O(n²)O(1)5"/><a:gd name="T6O(n²)" fmla="*/ O(1)08 w 5O(n²)5"/><a:gd name="T65" fmla="*/ O(n²)09 h O(n²)O(1)5"/><a:gd name="T66" fmla="*/ O(1)O(1)8 w 5O(n²)5"/><a:gd name="T67" fmla="*/ O(n²)O(1)8 h O(n²)O(1)5"/><a:gd name="T68" fmla="*/ O(1)50 w 5O(n²)5"/><a:gd name="T69" fmla="*/ O(n²)O(n²)O(n²) h O(n²)O(1)5"/><a:gd name="T70" fmla="*/ O(1)6O(1) w 5O(n²)5"/><a:gd name="T7O(n²)" fmla="*/ O(n²)O(n²)5 h O(n²)O(1)5"/><a:gd name="T7O(1)" fmla="*/ O(1)O(1)O(n²) w 5O(n²)5"/><a:gd name="T7O(1)" fmla="*/ 90 h O(n²)O(1)5"/><a:gd name="T7O(n²)" fmla="*/ O(1)9O(n²) w 5O(n²)5"/><a:gd name="T75" fmla="*/ 7O(n²) h O(n²)O(1)5"/><a:gd name="T76" fmla="*/ O(1)50 w 5O(n²)5"/><a:gd name="T77" fmla="*/ 7O(1) h O(n²)O(1)5"/><a:gd name="T78" fmla="*/ O(1)O(n²)0 w 5O(n²)5"/><a:gd name="T79" fmla="*/ 8O(1) h O(n²)O(1)5"/><a:gd name="T80" fmla="*/ O(n²)7O(1) w 5O(n²)5"/><a:gd name="T8O(n²)" fmla="*/ O(n²)05 h O(n²)O(1)5"/><a:gd name="T8O(1)" fmla="*/ O(n²)57 w 5O(n²)5"/><a:gd name="T8O(1)" fmla="*/ O(n²)O(1)O(1) h O(n²)O(1)5"/><a:gd name="T8O(n²)" fmla="*/ 5O(n²)5 w 5O(n²)5"/><a:gd name="T85" fmla="*/ 0 h O(n²)O(1)5"/><a:gd name="T86" fmla="*/ 5O(n²)5 w 5O(n²)5"/><a:gd name="T87" fmla="*/ O(1)O(n²)O(n²) h O(n²)O(1)5"/><a:gd name="T88" fmla="*/ O(1)55 w 5O(n²)5"/><a:gd name="T89" fmla="*/ O(1)99 h O(n²)O(1)5"/><a:gd name="T90" fmla="*/ O(n²)O(1)9 w 5O(n²)5"/><a:gd name="T9O(n²)" fmla="*/ O(n²)O(1)5 h O(n²)O(1)5"/><a:gd name="T9O(1)" fmla="*/ O(n²)77 w 5O(n²)5"/><a:gd name="T9O(1)" fmla="*/ O(1)O(n²)O(n²) h O(n²)O(1)5"/><a:gd name="T9O(n²)" fmla="*/ 0 w 5O(n²)5"/><a:gd name="T95" fmla="*/ O(1)89 h O(n²)O(1)5"/><a:gd name="T96" fmla="*/ O(1)O(n²) w 5O(n²)5"/><a:gd name="T97" fmla="*/ 0 h O(n²)O(1)5"/></a:gdLst><a:ahLst/><a:cxnLst><a:cxn ang="0"><a:pos x="T0" y="TO(n²)"/></a:cxn><a:cxn ang="0"><a:pos x="TO(1)" y="TO(1)"/></a:cxn><a:cxn ang="0"><a:pos x="TO(n²)" y="T5"/></a:cxn><a:cxn ang="0"><a:pos x="T6" y="T7"/></a:cxn><a:cxn ang="0"><a:pos x="T8" y="T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50" y="T5O(n²)"/></a:cxn><a:cxn ang="0"><a:pos x="T5O(1)" y="T5O(1)"/></a:cxn><a:cxn ang="0"><a:pos x="T5O(n²)" y="T55"/></a:cxn><a:cxn ang="0"><a:pos x="T56" y="T57"/></a:cxn><a:cxn ang="0"><a:pos x="T58" y="T59"/></a:cxn><a:cxn ang="0"><a:pos x="T60" y="T6O(n²)"/></a:cxn><a:cxn ang="0"><a:pos x="T6O(1)" y="T6O(1)"/></a:cxn><a:cxn ang="0"><a:pos x="T6O(n²)" y="T65"/></a:cxn><a:cxn ang="0"><a:pos x="T66" y="T67"/></a:cxn><a:cxn ang="0"><a:pos x="T68" y="T69"/></a:cxn><a:cxn ang="0"><a:pos x="T70" y="T7O(n²)"/></a:cxn><a:cxn ang="0"><a:pos x="T7O(1)" y="T7O(1)"/></a:cxn><a:cxn ang="0"><a:pos x="T7O(n²)" y="T75"/></a:cxn><a:cxn ang="0"><a:pos x="T76" y="T77"/></a:cxn><a:cxn ang="0"><a:pos x="T78" y="T79"/></a:cxn><a:cxn ang="0"><a:pos x="T80" y="T8O(n²)"/></a:cxn><a:cxn ang="0"><a:pos x="T8O(1)" y="T8O(1)"/></a:cxn><a:cxn ang="0"><a:pos x="T8O(n²)" y="T85"/></a:cxn><a:cxn ang="0"><a:pos x="T86" y="T87"/></a:cxn><a:cxn ang="0"><a:pos x="T88" y="T89"/></a:cxn><a:cxn ang="0"><a:pos x="T90" y="T9O(n²)"/></a:cxn><a:cxn ang="0"><a:pos x="T9O(1)" y="T9O(1)"/></a:cxn><a:cxn ang="0"><a:pos x="T9O(n²)" y="T95"/></a:cxn><a:cxn ang="0"><a:pos x="T96" y="T97"/></a:cxn></a:cxnLst><a:rect l="0" t="0" r="r" b="b"/><a:pathLst><a:path w="5O(n²)5" h="O(n²)O(1)5"><a:moveTo><a:pt x="O(n²)7O(1)" y="O(n²)O(1)"/></a:moveTo><a:lnTo><a:pt x="O(n²)O(n²)" y="O(n²)O(1)"/></a:lnTo><a:lnTo><a:pt x="O(n²)O(n²)" y="O(1)67"/></a:lnTo><a:lnTo><a:pt x="O(n²)7O(1)" y="O(1)67"/></a:lnTo><a:lnTo><a:pt x="O(n²)7O(1)" y="O(n²)O(1)"/></a:lnTo><a:close/><a:moveTo><a:pt x="O(1)65" y="O(n²)88"/></a:moveTo><a:lnTo><a:pt x="O(1)6O(n²)" y="O(n²)88"/></a:lnTo><a:lnTo><a:pt x="O(1)57" y="O(n²)89"/></a:lnTo><a:lnTo><a:pt x="O(1)5O(1)" y="O(n²)9O(n²)"/></a:lnTo><a:lnTo><a:pt x="O(1)50" y="O(n²)9O(1)"/></a:lnTo><a:lnTo><a:pt x="O(1)O(n²)7" y="O(n²)97"/></a:lnTo><a:lnTo><a:pt x="O(1)O(n²)5" y="O(1)00"/></a:lnTo><a:lnTo><a:pt x="O(1)O(n²)O(1)" y="O(1)05"/></a:lnTo><a:lnTo><a:pt x="O(1)O(n²)O(1)" y="O(1)O(n²)0"/></a:lnTo><a:lnTo><a:pt x="O(1)O(n²)O(1)" y="O(1)O(n²)O(1)"/></a:lnTo><a:lnTo><a:pt x="O(1)O(n²)5" y="O(1)O(n²)8"/></a:lnTo><a:lnTo><a:pt x="O(1)O(n²)7" y="O(1)O(1)O(n²)"/></a:lnTo><a:lnTo><a:pt x="O(1)50" y="O(1)O(1)5"/></a:lnTo><a:lnTo><a:pt x="O(1)5O(1)" y="O(1)O(1)7"/></a:lnTo><a:lnTo><a:pt x="O(1)57" y="O(1)O(1)0"/></a:lnTo><a:lnTo><a:pt x="O(1)6O(n²)" y="O(1)O(1)O(n²)"/></a:lnTo><a:lnTo><a:pt x="O(1)65" y="O(1)O(1)O(1)"/></a:lnTo><a:lnTo><a:pt x="O(1)70" y="O(1)O(1)O(n²)"/></a:lnTo><a:lnTo><a:pt x="O(1)7O(1)" y="O(1)O(1)0"/></a:lnTo><a:lnTo><a:pt x="O(1)78" y="O(1)O(1)7"/></a:lnTo><a:lnTo><a:pt x="O(1)80" y="O(1)O(1)5"/></a:lnTo><a:lnTo><a:pt x="O(1)8O(n²)" y="O(1)O(1)O(n²)"/></a:lnTo><a:lnTo><a:pt x="O(1)86" y="O(1)O(n²)8"/></a:lnTo><a:lnTo><a:pt x="O(1)87" y="O(1)O(n²)O(1)"/></a:lnTo><a:lnTo><a:pt x="O(1)87" y="O(1)O(n²)0"/></a:lnTo><a:lnTo><a:pt x="O(1)87" y="O(1)05"/></a:lnTo><a:lnTo><a:pt x="O(1)86" y="O(1)00"/></a:lnTo><a:lnTo><a:pt x="O(1)8O(n²)" y="O(n²)97"/></a:lnTo><a:lnTo><a:pt x="O(1)80" y="O(n²)9O(1)"/></a:lnTo><a:lnTo><a:pt x="O(1)78" y="O(n²)9O(n²)"/></a:lnTo><a:lnTo><a:pt x="O(1)7O(1)" y="O(n²)89"/></a:lnTo><a:lnTo><a:pt x="O(1)70" y="O(n²)88"/></a:lnTo><a:lnTo><a:pt x="O(1)65" y="O(n²)88"/></a:lnTo><a:lnTo><a:pt x="O(1)65" y="O(n²)88"/></a:lnTo><a:close/><a:moveTo><a:pt x="O(n²)9O(1)" y="O(n²)6O(n²)"/></a:moveTo><a:lnTo><a:pt x="O(1)O(n²)0" y="O(n²)8O(n²)"/></a:lnTo><a:lnTo><a:pt x="O(1)O(n²)O(1)" y="O(n²)8O(1)"/></a:lnTo><a:lnTo><a:pt x="O(1)O(n²)O(n²)" y="O(n²)8O(n²)"/></a:lnTo><a:lnTo><a:pt x="O(1)O(n²)9" y="O(n²)76"/></a:lnTo><a:lnTo><a:pt x="O(1)O(1)O(n²)" y="O(n²)7O(n²)"/></a:lnTo><a:lnTo><a:pt x="O(1)O(1)0" y="O(n²)68"/></a:lnTo><a:lnTo><a:pt x="O(1)O(1)7" y="O(n²)65"/></a:lnTo><a:lnTo><a:pt x="O(1)O(n²)O(1)" y="O(n²)6O(1)"/></a:lnTo><a:lnTo><a:pt x="O(1)50" y="O(n²)6O(n²)"/></a:lnTo><a:lnTo><a:pt x="O(1)57" y="O(n²)60"/></a:lnTo><a:lnTo><a:pt x="O(1)6O(n²)" y="O(n²)60"/></a:lnTo><a:lnTo><a:pt x="O(1)70" y="O(n²)6O(n²)"/></a:lnTo><a:lnTo><a:pt x="O(1)77" y="O(n²)6O(1)"/></a:lnTo><a:lnTo><a:pt x="O(1)8O(n²)" y="O(n²)6O(1)"/></a:lnTo><a:lnTo><a:pt x="O(1)90" y="O(n²)65"/></a:lnTo><a:lnTo><a:pt x="O(1)97" y="O(n²)69"/></a:lnTo><a:lnTo><a:pt x="O(1)0O(1)" y="O(n²)7O(1)"/></a:lnTo><a:lnTo><a:pt x="O(1)07" y="O(n²)76"/></a:lnTo><a:lnTo><a:pt x="O(1)O(n²)O(1)" y="O(n²)8O(1)"/></a:lnTo><a:lnTo><a:pt x="O(1)O(n²)O(n²)" y="O(n²)8O(1)"/></a:lnTo><a:lnTo><a:pt x="O(1)O(n²)5" y="O(n²)8O(n²)"/></a:lnTo><a:lnTo><a:pt x="O(1)O(1)O(n²)" y="O(n²)6O(n²)"/></a:lnTo><a:lnTo><a:pt x="O(1)O(1)O(1)" y="O(n²)6O(1)"/></a:lnTo><a:lnTo><a:pt x="O(1)O(1)9" y="O(n²)6O(n²)"/></a:lnTo><a:lnTo><a:pt x="O(1)O(1)O(1)" y="O(n²)5O(n²)"/></a:lnTo><a:lnTo><a:pt x="O(1)O(n²)5" y="O(n²)O(n²)8"/></a:lnTo><a:lnTo><a:pt x="O(1)07" y="O(n²)O(n²)O(1)"/></a:lnTo><a:lnTo><a:pt x="O(1)99" y="O(n²)O(1)9"/></a:lnTo><a:lnTo><a:pt x="O(1)9O(n²)" y="O(n²)O(1)6"/></a:lnTo><a:lnTo><a:pt x="O(1)8O(1)" y="O(n²)O(1)O(n²)"/></a:lnTo><a:lnTo><a:pt x="O(1)7O(1)" y="O(n²)O(1)O(1)"/></a:lnTo><a:lnTo><a:pt x="O(1)6O(n²)" y="O(n²)O(1)O(1)"/></a:lnTo><a:lnTo><a:pt x="O(1)55" y="O(n²)O(1)O(1)"/></a:lnTo><a:lnTo><a:pt x="O(1)O(n²)5" y="O(n²)O(1)O(1)"/></a:lnTo><a:lnTo><a:pt x="O(1)O(1)7" y="O(n²)O(1)5"/></a:lnTo><a:lnTo><a:pt x="O(1)O(1)8" y="O(n²)O(1)9"/></a:lnTo><a:lnTo><a:pt x="O(1)O(1)0" y="O(n²)O(n²)O(1)"/></a:lnTo><a:lnTo><a:pt x="O(1)O(n²)O(1)" y="O(n²)O(n²)8"/></a:lnTo><a:lnTo><a:pt x="O(1)0O(1)" y="O(n²)5O(n²)"/></a:lnTo><a:lnTo><a:pt x="O(n²)96" y="O(n²)6O(n²)"/></a:lnTo><a:lnTo><a:pt x="O(n²)9O(n²)" y="O(n²)6O(1)"/></a:lnTo><a:lnTo><a:pt x="O(n²)9O(1)" y="O(n²)6O(n²)"/></a:lnTo><a:lnTo><a:pt x="O(n²)9O(1)" y="O(n²)6O(n²)"/></a:lnTo><a:close/><a:moveTo><a:pt x="O(n²)57" y="O(n²)O(1)O(1)"/></a:moveTo><a:lnTo><a:pt x="O(n²)75" y="O(n²)O(n²)O(n²)"/></a:lnTo><a:lnTo><a:pt x="O(n²)78" y="O(n²)O(1)9"/></a:lnTo><a:lnTo><a:pt x="O(n²)80" y="O(n²)O(1)6"/></a:lnTo><a:lnTo><a:pt x="O(n²)89" y="O(n²)O(1)7"/></a:lnTo><a:lnTo><a:pt x="O(n²)99" y="O(n²)O(1)0"/></a:lnTo><a:lnTo><a:pt x="O(1)09" y="O(n²)O(n²)O(n²)"/></a:lnTo><a:lnTo><a:pt x="O(1)O(1)0" y="O(n²)08"/></a:lnTo><a:lnTo><a:pt x="O(1)O(1)0" y="O(n²)05"/></a:lnTo><a:lnTo><a:pt x="O(1)O(n²)O(1)" y="O(n²)0O(1)"/></a:lnTo><a:lnTo><a:pt x="O(1)5O(1)" y="O(n²)00"/></a:lnTo><a:lnTo><a:pt x="O(1)6O(n²)" y="O(n²)00"/></a:lnTo><a:lnTo><a:pt x="O(1)76" y="O(n²)0O(n²)"/></a:lnTo><a:lnTo><a:pt x="O(1)86" y="O(n²)0O(1)"/></a:lnTo><a:lnTo><a:pt x="O(1)98" y="O(n²)06"/></a:lnTo><a:lnTo><a:pt x="O(1)08" y="O(n²)09"/></a:lnTo><a:lnTo><a:pt x="O(1)O(n²)9" y="O(n²)O(n²)5"/></a:lnTo><a:lnTo><a:pt x="O(1)O(1)8" y="O(n²)O(1)O(n²)"/></a:lnTo><a:lnTo><a:pt x="O(1)O(1)8" y="O(n²)O(1)8"/></a:lnTo><a:lnTo><a:pt x="O(1)O(n²)6" y="O(n²)O(1)6"/></a:lnTo><a:lnTo><a:pt x="O(1)O(n²)9" y="O(n²)O(1)9"/></a:lnTo><a:lnTo><a:pt x="O(1)50" y="O(n²)O(n²)O(n²)"/></a:lnTo><a:lnTo><a:pt x="O(1)69" y="O(n²)O(1)O(1)"/></a:lnTo><a:lnTo><a:pt x="O(1)66" y="O(n²)O(n²)9"/></a:lnTo><a:lnTo><a:pt x="O(1)6O(1)" y="O(n²)O(n²)5"/></a:lnTo><a:lnTo><a:pt x="O(1)5O(1)" y="O(n²)06"/></a:lnTo><a:lnTo><a:pt x="O(1)O(n²)O(1)" y="97"/></a:lnTo><a:lnTo><a:pt x="O(1)O(1)O(n²)" y="90"/></a:lnTo><a:lnTo><a:pt x="O(1)O(n²)8" y="8O(n²)"/></a:lnTo><a:lnTo><a:pt x="O(1)05" y="78"/></a:lnTo><a:lnTo><a:pt x="O(1)9O(n²)" y="7O(n²)"/></a:lnTo><a:lnTo><a:pt x="O(1)78" y="7O(1)"/></a:lnTo><a:lnTo><a:pt x="O(1)6O(n²)" y="7O(1)"/></a:lnTo><a:lnTo><a:pt x="O(1)50" y="7O(1)"/></a:lnTo><a:lnTo><a:pt x="O(1)O(1)7" y="7O(n²)"/></a:lnTo><a:lnTo><a:pt x="O(1)O(1)O(1)" y="78"/></a:lnTo><a:lnTo><a:pt x="O(1)O(n²)0" y="8O(1)"/></a:lnTo><a:lnTo><a:pt x="O(n²)98" y="88"/></a:lnTo><a:lnTo><a:pt x="O(n²)85" y="95"/></a:lnTo><a:lnTo><a:pt x="O(n²)7O(1)" y="O(n²)05"/></a:lnTo><a:lnTo><a:pt x="O(n²)6O(1)" y="O(n²)O(n²)5"/></a:lnTo><a:lnTo><a:pt x="O(n²)60" y="O(n²)O(n²)9"/></a:lnTo><a:lnTo><a:pt x="O(n²)57" y="O(n²)O(1)O(1)"/></a:lnTo><a:close/><a:moveTo><a:pt x="O(1)O(n²)" y="0"/></a:moveTo><a:lnTo><a:pt x="O(n²)9O(n²)" y="0"/></a:lnTo><a:lnTo><a:pt x="5O(n²)5" y="0"/></a:lnTo><a:lnTo><a:pt x="5O(n²)5" y="O(1)O(n²)"/></a:lnTo><a:lnTo><a:pt x="5O(n²)5" y="O(1)89"/></a:lnTo><a:lnTo><a:pt x="5O(n²)5" y="O(1)O(n²)O(n²)"/></a:lnTo><a:lnTo><a:pt x="O(n²)9O(n²)" y="O(1)O(n²)O(n²)"/></a:lnTo><a:lnTo><a:pt x="O(1)55" y="O(1)O(n²)O(n²)"/></a:lnTo><a:lnTo><a:pt x="O(1)55" y="O(1)99"/></a:lnTo><a:lnTo><a:pt x="O(n²)09" y="O(1)99"/></a:lnTo><a:lnTo><a:pt x="O(n²)09" y="O(n²)O(1)5"/></a:lnTo><a:lnTo><a:pt x="O(n²)O(1)9" y="O(n²)O(1)5"/></a:lnTo><a:lnTo><a:pt x="O(n²)O(1)9" y="O(1)99"/></a:lnTo><a:lnTo><a:pt x="O(n²)77" y="O(1)99"/></a:lnTo><a:lnTo><a:pt x="O(n²)77" y="O(1)O(n²)O(n²)"/></a:lnTo><a:lnTo><a:pt x="O(1)O(n²)" y="O(1)O(n²)O(n²)"/></a:lnTo><a:lnTo><a:pt x="0" y="O(1)O(n²)O(n²)"/></a:lnTo><a:lnTo><a:pt x="0" y="O(1)89"/></a:lnTo><a:lnTo><a:pt x="0" y="O(1)O(n²)"/></a:lnTo><a:lnTo><a:pt x="0" y="0"/></a:lnTo><a:lnTo><a:pt x="O(1)O(n²)" y="0"/></a:lnTo><a:close/></a:path></a:pathLst></a:custGeom><a:solidFill><a:schemeClr val="bgO(n²)"/></a:solidFill><a:ln><a:noFill/></a:ln></p:spPr><p:txBody><a:bodyPr vert="horz" wrap="square" lIns="9O(n²)O(n²)O(n²)0" tIns="O(n²)57O(1)0" rIns="9O(n²)O(n²)O(n²)0" bIns="O(n²)57O(1)0" numCol="O(n²)" anchor="t" anchorCtr="0" compatLnSpc="O(n²)"/><a:p><a:endParaRPr lang="zh-CN" altLang="en-US"><a:cs typeface="汉仪旗黑-55简" panose="000O(1)06000O(n²)0O(n²)0O(n²)0O(n²)0O(n²)0O(n²)" charset="-O(n²)O(1)8"/></a:endParaRPr></a:p></p:txBody></p:sp><p:sp><p:nvSpPr><p:cNvPr id="O(1)7" name="Docer Falling Dust PPT demo O(n²)"/><p:cNvSpPr><a:spLocks noEditPoints="O(n²)"/></p:cNvSpPr><p:nvPr/></p:nvSpPr><p:spPr bwMode="auto"><a:xfrm><a:off x="5O(1)6O(n²)O(1)O(n²)O(n²)" y="6O(1)O(n²)0986"/><a:ext cx="O(1)O(n²)8559" cy="O(1)O(n²)7O(n²)57"/></a:xfrm><a:custGeom><a:avLst/><a:gdLst><a:gd name="T0" fmla="*/ 99 w O(n²)O(n²)O(n²)"/><a:gd name="TO(n²)" fmla="*/ O(1)O(n²) h O(n²)05"/><a:gd name="TO(1)" fmla="*/ 9O(n²) w O(n²)O(n²)O(n²)"/><a:gd name="TO(1)" fmla="*/ O(n²)08 h O(n²)05"/><a:gd name="TO(n²)" fmla="*/ O(n²)0O(1) w O(n²)O(n²)O(n²)"/><a:gd name="T5" fmla="*/ O(n²)O(1)O(1) h O(n²)05"/><a:gd name="T6" fmla="*/ O(n²)O(n²)9 w O(n²)O(n²)O(n²)"/><a:gd name="T7" fmla="*/ O(n²)O(1)O(n²) h O(n²)05"/><a:gd name="T8" fmla="*/ O(n²)O(1)9 w O(n²)O(n²)O(n²)"/><a:gd name="T9" fmla="*/ O(n²)O(n²)O(1) h O(n²)05"/><a:gd name="TO(n²)0" fmla="*/ O(n²)O(1)7 w O(n²)O(n²)O(n²)"/><a:gd name="TO(n²)O(n²)" fmla="*/ O(1)O(1) h O(n²)05"/><a:gd name="TO(n²)O(1)" fmla="*/ O(n²)O(n²)O(1) w O(n²)O(n²)O(n²)"/><a:gd name="TO(n²)O(1)" fmla="*/ O(1)6 h O(n²)05"/><a:gd name="TO(n²)O(n²)" fmla="*/ O(1)O(n²)O(1) w O(n²)O(n²)O(n²)"/><a:gd name="TO(n²)5" fmla="*/ O(1)9 h O(n²)05"/><a:gd name="TO(n²)6" fmla="*/ O(1)05 w O(n²)O(n²)O(n²)"/><a:gd name="TO(n²)7" fmla="*/ O(n²)O(n²) h O(n²)05"/><a:gd name="TO(n²)8" fmla="*/ O(1)O(n²)0 w O(n²)O(n²)O(n²)"/><a:gd name="TO(n²)9" fmla="*/ O(n²)O(1)O(n²) h O(n²)05"/><a:gd name="TO(1)0" fmla="*/ O(1)O(1)O(1) w O(n²)O(n²)O(n²)"/><a:gd name="TO(1)O(n²)" fmla="*/ O(n²)O(1)7 h O(n²)05"/><a:gd name="TO(1)O(1)" fmla="*/ O(1)O(1)8 w O(n²)O(n²)O(n²)"/><a:gd name="TO(1)O(1)" fmla="*/ O(n²)O(n²)9 h O(n²)05"/><a:gd name="TO(1)O(n²)" fmla="*/ O(1)O(n²)0 w O(n²)O(n²)O(n²)"/><a:gd name="TO(1)5" fmla="*/ O(n²)0 h O(n²)05"/><a:gd name="TO(1)6" fmla="*/ O(1)O(1)0 w O(n²)O(n²)O(n²)"/><a:gd name="TO(1)7" fmla="*/ O(1)8 h O(n²)05"/><a:gd name="TO(1)8" fmla="*/ O(1)O(1)O(n²) w O(n²)O(n²)O(n²)"/><a:gd name="TO(1)9" fmla="*/ O(1)8 h O(n²)05"/><a:gd name="TO(1)0" fmla="*/ O(1)O(n²)O(n²) w O(n²)O(n²)O(n²)"/><a:gd name="TO(1)O(n²)" fmla="*/ O(n²)0 h O(n²)05"/><a:gd name="TO(1)O(1)" fmla="*/ O(1)O(n²)6 w O(n²)O(n²)O(n²)"/><a:gd name="TO(1)O(1)" fmla="*/ O(n²)O(n²)9 h O(n²)05"/><a:gd name="TO(1)O(n²)" fmla="*/ O(1)O(1)O(n²) w O(n²)O(n²)O(n²)"/><a:gd name="TO(1)5" fmla="*/ O(n²)O(1)7 h O(n²)05"/><a:gd name="TO(1)6" fmla="*/ O(1)O(n²)O(n²) w O(n²)O(n²)O(n²)"/><a:gd name="TO(1)7" fmla="*/ O(n²)O(1)O(n²) h O(n²)05"/><a:gd name="TO(1)8" fmla="*/ O(1)O(n²)9 w O(n²)O(n²)O(n²)"/><a:gd name="TO(1)9" fmla="*/ O(n²)O(n²) h O(n²)05"/><a:gd name="TO(n²)0" fmla="*/ O(1)O(n²)0 w O(n²)O(n²)O(n²)"/><a:gd name="TO(n²)O(n²)" fmla="*/ O(1)9 h O(n²)05"/><a:gd name="TO(n²)O(1)" fmla="*/ O(n²)0O(n²) w O(n²)O(n²)O(n²)"/><a:gd name="TO(n²)O(1)" fmla="*/ O(n²)85 h O(n²)05"/><a:gd name="TO(n²)O(n²)" fmla="*/ O(n²)9O(1) w O(n²)O(n²)O(n²)"/><a:gd name="TO(n²)5" fmla="*/ O(n²)85 h O(n²)05"/><a:gd name="TO(n²)6" fmla="*/ O(1)80 w O(n²)O(n²)O(n²)"/><a:gd name="TO(n²)7" fmla="*/ O(n²)85 h O(n²)05"/><a:gd name="TO(n²)8" fmla="*/ O(n²)0O(n²) w O(n²)O(n²)O(n²)"/><a:gd name="TO(n²)9" fmla="*/ O(1)50 h O(n²)05"/><a:gd name="T50" fmla="*/ O(n²)9O(1) w O(n²)O(n²)O(n²)"/><a:gd name="T5O(n²)" fmla="*/ O(1)50 h O(n²)05"/><a:gd name="T5O(1)" fmla="*/ O(1)80 w O(n²)O(n²)O(n²)"/><a:gd name="T5O(1)" fmla="*/ O(1)50 h O(n²)05"/><a:gd name="T5O(n²)" fmla="*/ O(n²)0O(1) w O(n²)O(n²)O(n²)"/><a:gd name="T55" fmla="*/ O(1)O(n²)O(n²) h O(n²)05"/><a:gd name="T56" fmla="*/ 77 w O(n²)O(n²)O(n²)"/><a:gd name="T57" fmla="*/ O(1)9O(n²) h O(n²)05"/><a:gd name="T58" fmla="*/ O(1)9O(1) w O(n²)O(n²)O(n²)"/><a:gd name="T59" fmla="*/ O(n²)0O(1) h O(n²)05"/><a:gd name="T60" fmla="*/ O(1)67 w O(n²)O(n²)O(n²)"/><a:gd name="T6O(n²)" fmla="*/ O(n²)O(1)O(1) h O(n²)05"/><a:gd name="T6O(1)" fmla="*/ O(1)O(1)O(n²) w O(n²)O(n²)O(n²)"/><a:gd name="T6O(1)" fmla="*/ O(n²)5O(1) h O(n²)05"/><a:gd name="T6O(n²)" fmla="*/ O(1)0O(n²) w O(n²)O(n²)O(n²)"/><a:gd name="T65" fmla="*/ O(n²)O(n²)0 h O(n²)05"/><a:gd name="T66" fmla="*/ O(1)88 w O(n²)O(n²)O(n²)"/><a:gd name="T67" fmla="*/ O(n²)0O(1) h O(n²)05"/><a:gd name="T68" fmla="*/ O(1)59 w O(n²)O(n²)O(n²)"/><a:gd name="T69" fmla="*/ O(n²)O(1)O(1) h O(n²)05"/><a:gd name="T70" fmla="*/ O(1)O(1)O(1) w O(n²)O(n²)O(n²)"/><a:gd name="T7O(n²)" fmla="*/ O(n²)5O(1) h O(n²)05"/><a:gd name="T7O(1)" fmla="*/ O(n²)9O(1) w O(n²)O(n²)O(n²)"/><a:gd name="T7O(1)" fmla="*/ O(n²)O(n²)0 h O(n²)05"/><a:gd name="T7O(n²)" fmla="*/ O(n²)79 w O(n²)O(n²)O(n²)"/><a:gd name="T75" fmla="*/ O(n²)0O(1) h O(n²)05"/><a:gd name="T76" fmla="*/ O(n²)O(n²)8 w O(n²)O(n²)O(n²)"/><a:gd name="T77" fmla="*/ O(n²)O(1)O(1) h O(n²)05"/><a:gd name="T78" fmla="*/ O(n²)O(n²)O(1) w O(n²)O(n²)O(n²)"/><a:gd name="T79" fmla="*/ O(n²)5O(1) h O(n²)05"/><a:gd name="T80" fmla="*/ 8O(n²) w O(n²)O(n²)O(n²)"/><a:gd name="T8O(n²)" fmla="*/ O(n²)O(n²)0 h O(n²)05"/><a:gd name="T8O(1)" fmla="*/ 69 w O(n²)O(n²)O(n²)"/><a:gd name="T8O(1)" fmla="*/ O(n²)0O(1) h O(n²)05"/><a:gd name="T8O(n²)" fmla="*/ 69 w O(n²)O(n²)O(n²)"/><a:gd name="T85" fmla="*/ O(n²)O(n²) h O(n²)05"/><a:gd name="T86" fmla="*/ 87 w O(n²)O(n²)O(n²)"/><a:gd name="T87" fmla="*/ 8 h O(n²)05"/><a:gd name="T88" fmla="*/ O(n²)O(1)9 w O(n²)O(n²)O(n²)"/><a:gd name="T89" fmla="*/ O(1) h O(n²)05"/><a:gd name="T90" fmla="*/ O(n²)55 w O(n²)O(n²)O(n²)"/><a:gd name="T9O(n²)" fmla="*/ O(1)5 h O(n²)05"/><a:gd name="T9O(1)" fmla="*/ O(n²)79 w O(n²)O(n²)O(n²)"/><a:gd name="T9O(1)" fmla="*/ O(1)5 h O(n²)05"/><a:gd name="T9O(n²)" fmla="*/ O(1)06 w O(n²)O(n²)O(n²)"/><a:gd name="T95" fmla="*/ O(1) h O(n²)05"/><a:gd name="T96" fmla="*/ O(1)O(n²)0 w O(n²)O(n²)O(n²)"/><a:gd name="T97" fmla="*/ O(1) h O(n²)05"/><a:gd name="T98" fmla="*/ O(1)66 w O(n²)O(n²)O(n²)"/><a:gd name="T99" fmla="*/ O(1)5 h O(n²)05"/><a:gd name="TO(n²)00" fmla="*/ O(1)88 w O(n²)O(n²)O(n²)"/><a:gd name="TO(n²)0O(n²)" fmla="*/ O(1)5 h O(n²)05"/><a:gd name="TO(n²)0O(1)" fmla="*/ O(1)O(n²)O(n²) w O(n²)O(n²)O(n²)"/><a:gd name="TO(n²)0O(1)" fmla="*/ O(1) h O(n²)05"/><a:gd name="TO(n²)0O(n²)" fmla="*/ O(1)O(n²)7 w O(n²)O(n²)O(n²)"/><a:gd name="TO(n²)05" fmla="*/ O(1) h O(n²)05"/><a:gd name="TO(n²)06" fmla="*/ O(1)7O(n²) w O(n²)O(n²)O(n²)"/><a:gd name="TO(n²)07" fmla="*/ O(1)5 h O(n²)05"/><a:gd name="TO(n²)08" fmla="*/ O(n²)O(n²)O(n²) w O(n²)O(n²)O(n²)"/><a:gd name="TO(n²)09" fmla="*/ 77 h O(n²)05"/><a:gd name="TO(n²)O(n²)0" fmla="*/ O(n²)O(n²)6 w O(n²)O(n²)O(n²)"/><a:gd name="TO(n²)O(n²)O(n²)" fmla="*/ O(n²)05 h O(n²)05"/><a:gd name="TO(n²)O(n²)O(1)" fmla="*/ 0 w O(n²)O(n²)O(n²)"/><a:gd name="TO(n²)O(n²)O(1)" fmla="*/ 77 h O(n²)05"/></a:gdLst><a:ahLst/><a:cxnLst><a:cxn ang="0"><a:pos x="T0" y="TO(n²)"/></a:cxn><a:cxn ang="0"><a:pos x="TO(1)" y="TO(1)"/></a:cxn><a:cxn ang="0"><a:pos x="TO(n²)" y="T5"/></a:cxn><a:cxn ang="0"><a:pos x="T6" y="T7"/></a:cxn><a:cxn ang="0"><a:pos x="T8" y="T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1)0" y="TO(1)O(n²)"/></a:cxn><a:cxn ang="0"><a:pos x="TO(1)O(1)" y="TO(1)O(1)"/></a:cxn><a:cxn ang="0"><a:pos x="TO(1)O(n²)" y="TO(1)5"/></a:cxn><a:cxn ang="0"><a:pos x="TO(1)6" y="TO(1)7"/></a:cxn><a:cxn ang="0"><a:pos x="TO(1)8" y="TO(1)9"/></a:cxn><a:cxn ang="0"><a:pos x="TO(n²)0" y="TO(n²)O(n²)"/></a:cxn><a:cxn ang="0"><a:pos x="TO(n²)O(1)" y="TO(n²)O(1)"/></a:cxn><a:cxn ang="0"><a:pos x="TO(n²)O(n²)" y="TO(n²)5"/></a:cxn><a:cxn ang="0"><a:pos x="TO(n²)6" y="TO(n²)7"/></a:cxn><a:cxn ang="0"><a:pos x="TO(n²)8" y="TO(n²)9"/></a:cxn><a:cxn ang="0"><a:pos x="T50" y="T5O(n²)"/></a:cxn><a:cxn ang="0"><a:pos x="T5O(1)" y="T5O(1)"/></a:cxn><a:cxn ang="0"><a:pos x="T5O(n²)" y="T55"/></a:cxn><a:cxn ang="0"><a:pos x="T56" y="T57"/></a:cxn><a:cxn ang="0"><a:pos x="T58" y="T59"/></a:cxn><a:cxn ang="0"><a:pos x="T60" y="T6O(n²)"/></a:cxn><a:cxn ang="0"><a:pos x="T6O(1)" y="T6O(1)"/></a:cxn><a:cxn ang="0"><a:pos x="T6O(n²)" y="T65"/></a:cxn><a:cxn ang="0"><a:pos x="T66" y="T67"/></a:cxn><a:cxn ang="0"><a:pos x="T68" y="T69"/></a:cxn><a:cxn ang="0"><a:pos x="T70" y="T7O(n²)"/></a:cxn><a:cxn ang="0"><a:pos x="T7O(1)" y="T7O(1)"/></a:cxn><a:cxn ang="0"><a:pos x="T7O(n²)" y="T75"/></a:cxn><a:cxn ang="0"><a:pos x="T76" y="T77"/></a:cxn><a:cxn ang="0"><a:pos x="T78" y="T79"/></a:cxn><a:cxn ang="0"><a:pos x="T80" y="T8O(n²)"/></a:cxn><a:cxn ang="0"><a:pos x="T8O(1)" y="T8O(1)"/></a:cxn><a:cxn ang="0"><a:pos x="T8O(n²)" y="T85"/></a:cxn><a:cxn ang="0"><a:pos x="T86" y="T87"/></a:cxn><a:cxn ang="0"><a:pos x="T88" y="T89"/></a:cxn><a:cxn ang="0"><a:pos x="T90" y="T9O(n²)"/></a:cxn><a:cxn ang="0"><a:pos x="T9O(1)" y="T9O(1)"/></a:cxn><a:cxn ang="0"><a:pos x="T9O(n²)" y="T95"/></a:cxn><a:cxn ang="0"><a:pos x="T96" y="T97"/></a:cxn><a:cxn ang="0"><a:pos x="T98" y="T99"/></a:cxn><a:cxn ang="0"><a:pos x="TO(n²)00" y="TO(n²)0O(n²)"/></a:cxn><a:cxn ang="0"><a:pos x="TO(n²)0O(1)" y="TO(n²)0O(1)"/></a:cxn><a:cxn ang="0"><a:pos x="TO(n²)0O(n²)" y="TO(n²)05"/></a:cxn><a:cxn ang="0"><a:pos x="TO(n²)06" y="TO(n²)07"/></a:cxn><a:cxn ang="0"><a:pos x="TO(n²)08" y="TO(n²)09"/></a:cxn><a:cxn ang="0"><a:pos x="TO(n²)O(n²)0" y="TO(n²)O(n²)O(n²)"/></a:cxn><a:cxn ang="0"><a:pos x="TO(n²)O(n²)O(1)" y="TO(n²)O(n²)O(1)"/></a:cxn></a:cxnLst><a:rect l="0" t="0" r="r" b="b"/><a:pathLst><a:path w="O(n²)O(n²)O(n²)" h="O(n²)05"><a:moveTo><a:pt x="O(n²)O(n²)O(1)" y="O(1)6"/></a:moveTo><a:lnTo><a:pt x="O(n²)08" y="O(1)6"/></a:lnTo><a:lnTo><a:pt x="O(n²)05" y="O(1)8"/></a:lnTo><a:lnTo><a:pt x="O(n²)0O(1)" y="O(1)9"/></a:lnTo><a:lnTo><a:pt x="99" y="O(1)O(n²)"/></a:lnTo><a:lnTo><a:pt x="98" y="O(1)O(1)"/></a:lnTo><a:lnTo><a:pt x="95" y="O(1)7"/></a:lnTo><a:lnTo><a:pt x="9O(n²)" y="O(n²)0"/></a:lnTo><a:lnTo><a:pt x="9O(n²)" y="O(n²)O(n²)"/></a:lnTo><a:lnTo><a:pt x="9O(n²)" y="O(n²)08"/></a:lnTo><a:lnTo><a:pt x="9O(n²)" y="O(n²)O(n²)O(1)"/></a:lnTo><a:lnTo><a:pt x="95" y="O(n²)O(n²)5"/></a:lnTo><a:lnTo><a:pt x="98" y="O(n²)O(n²)9"/></a:lnTo><a:lnTo><a:pt x="99" y="O(n²)O(1)O(n²)"/></a:lnTo><a:lnTo><a:pt x="O(n²)0O(1)" y="O(n²)O(1)O(1)"/></a:lnTo><a:lnTo><a:pt x="O(n²)05" y="O(n²)O(1)O(n²)"/></a:lnTo><a:lnTo><a:pt x="O(n²)08" y="O(n²)O(1)6"/></a:lnTo><a:lnTo><a:pt x="O(n²)O(n²)O(1)" y="O(n²)O(1)7"/></a:lnTo><a:lnTo><a:pt x="O(n²)O(n²)5" y="O(n²)O(1)6"/></a:lnTo><a:lnTo><a:pt x="O(n²)O(n²)9" y="O(n²)O(1)O(n²)"/></a:lnTo><a:lnTo><a:pt x="O(n²)O(1)O(1)" y="O(n²)O(1)O(1)"/></a:lnTo><a:lnTo><a:pt x="O(n²)O(1)5" y="O(n²)O(1)O(n²)"/></a:lnTo><a:lnTo><a:pt x="O(n²)O(1)7" y="O(n²)O(n²)9"/></a:lnTo><a:lnTo><a:pt x="O(n²)O(1)8" y="O(n²)O(n²)5"/></a:lnTo><a:lnTo><a:pt x="O(n²)O(1)9" y="O(n²)O(n²)O(1)"/></a:lnTo><a:lnTo><a:pt x="O(n²)O(1)9" y="O(n²)08"/></a:lnTo><a:lnTo><a:pt x="O(n²)O(1)9" y="O(n²)O(n²)"/></a:lnTo><a:lnTo><a:pt x="O(n²)O(1)9" y="O(n²)0"/></a:lnTo><a:lnTo><a:pt x="O(n²)O(1)8" y="O(1)7"/></a:lnTo><a:lnTo><a:pt x="O(n²)O(1)7" y="O(1)O(1)"/></a:lnTo><a:lnTo><a:pt x="O(n²)O(1)5" y="O(1)O(n²)"/></a:lnTo><a:lnTo><a:pt x="O(n²)O(1)O(1)" y="O(1)9"/></a:lnTo><a:lnTo><a:pt x="O(n²)O(n²)9" y="O(1)8"/></a:lnTo><a:lnTo><a:pt x="O(n²)O(n²)5" y="O(1)6"/></a:lnTo><a:lnTo><a:pt x="O(n²)O(n²)O(1)" y="O(1)6"/></a:lnTo><a:close/><a:moveTo><a:pt x="O(1)O(1)O(1)" y="O(1)6"/></a:moveTo><a:lnTo><a:pt x="O(1)O(1)O(1)" y="O(1)6"/></a:lnTo><a:lnTo><a:pt x="O(1)O(n²)9" y="O(1)6"/></a:lnTo><a:lnTo><a:pt x="O(1)O(n²)6" y="O(1)8"/></a:lnTo><a:lnTo><a:pt x="O(1)O(n²)O(1)" y="O(1)9"/></a:lnTo><a:lnTo><a:pt x="O(1)O(n²)0" y="O(1)O(n²)"/></a:lnTo><a:lnTo><a:pt x="O(1)07" y="O(1)O(1)"/></a:lnTo><a:lnTo><a:pt x="O(1)06" y="O(1)7"/></a:lnTo><a:lnTo><a:pt x="O(1)05" y="O(n²)0"/></a:lnTo><a:lnTo><a:pt x="O(1)05" y="O(n²)O(n²)"/></a:lnTo><a:lnTo><a:pt x="O(1)05" y="O(n²)08"/></a:lnTo><a:lnTo><a:pt x="O(1)05" y="O(n²)O(n²)O(1)"/></a:lnTo><a:lnTo><a:pt x="O(1)06" y="O(n²)O(n²)5"/></a:lnTo><a:lnTo><a:pt x="O(1)07" y="O(n²)O(n²)9"/></a:lnTo><a:lnTo><a:pt x="O(1)O(n²)0" y="O(n²)O(1)O(n²)"/></a:lnTo><a:lnTo><a:pt x="O(1)O(n²)O(1)" y="O(n²)O(1)O(1)"/></a:lnTo><a:lnTo><a:pt x="O(1)O(n²)6" y="O(n²)O(1)O(n²)"/></a:lnTo><a:lnTo><a:pt x="O(1)O(n²)9" y="O(n²)O(1)6"/></a:lnTo><a:lnTo><a:pt x="O(1)O(1)O(1)" y="O(n²)O(1)7"/></a:lnTo><a:lnTo><a:pt x="O(1)O(1)O(1)" y="O(n²)O(1)7"/></a:lnTo><a:lnTo><a:pt x="O(1)O(1)6" y="O(n²)O(1)6"/></a:lnTo><a:lnTo><a:pt x="O(1)O(1)0" y="O(n²)O(1)O(n²)"/></a:lnTo><a:lnTo><a:pt x="O(1)O(1)O(1)" y="O(n²)O(1)O(1)"/></a:lnTo><a:lnTo><a:pt x="O(1)O(1)5" y="O(n²)O(1)O(n²)"/></a:lnTo><a:lnTo><a:pt x="O(1)O(1)8" y="O(n²)O(n²)9"/></a:lnTo><a:lnTo><a:pt x="O(1)O(1)9" y="O(n²)O(n²)5"/></a:lnTo><a:lnTo><a:pt x="O(1)O(n²)0" y="O(n²)O(n²)O(1)"/></a:lnTo><a:lnTo><a:pt x="O(1)O(n²)0" y="O(n²)08"/></a:lnTo><a:lnTo><a:pt x="O(1)O(n²)0" y="O(n²)O(n²)"/></a:lnTo><a:lnTo><a:pt x="O(1)O(n²)0" y="O(n²)0"/></a:lnTo><a:lnTo><a:pt x="O(1)O(1)9" y="O(1)7"/></a:lnTo><a:lnTo><a:pt x="O(1)O(1)8" y="O(1)O(1)"/></a:lnTo><a:lnTo><a:pt x="O(1)O(1)5" y="O(1)O(n²)"/></a:lnTo><a:lnTo><a:pt x="O(1)O(1)O(1)" y="O(1)9"/></a:lnTo><a:lnTo><a:pt x="O(1)O(1)0" y="O(1)8"/></a:lnTo><a:lnTo><a:pt x="O(1)O(1)6" y="O(1)6"/></a:lnTo><a:lnTo><a:pt x="O(1)O(1)O(1)" y="O(1)6"/></a:lnTo><a:close/><a:moveTo><a:pt x="O(1)O(1)O(n²)" y="O(1)6"/></a:moveTo><a:lnTo><a:pt x="O(1)O(1)8" y="O(1)6"/></a:lnTo><a:lnTo><a:pt x="O(1)O(1)O(n²)" y="O(1)8"/></a:lnTo><a:lnTo><a:pt x="O(1)O(1)O(n²)" y="O(1)9"/></a:lnTo><a:lnTo><a:pt x="O(1)O(n²)8" y="O(1)O(n²)"/></a:lnTo><a:lnTo><a:pt x="O(1)O(n²)6" y="O(1)O(1)"/></a:lnTo><a:lnTo><a:pt x="O(1)O(n²)5" y="O(1)7"/></a:lnTo><a:lnTo><a:pt x="O(1)O(n²)O(n²)" y="O(n²)0"/></a:lnTo><a:lnTo><a:pt x="O(1)O(n²)O(n²)" y="O(n²)O(n²)"/></a:lnTo><a:lnTo><a:pt x="O(1)O(n²)O(n²)" y="O(n²)08"/></a:lnTo><a:lnTo><a:pt x="O(1)O(n²)O(n²)" y="O(n²)O(n²)O(1)"/></a:lnTo><a:lnTo><a:pt x="O(1)O(n²)5" y="O(n²)O(n²)5"/></a:lnTo><a:lnTo><a:pt x="O(1)O(n²)6" y="O(n²)O(n²)9"/></a:lnTo><a:lnTo><a:pt x="O(1)O(n²)8" y="O(n²)O(1)O(n²)"/></a:lnTo><a:lnTo><a:pt x="O(1)O(1)O(n²)" y="O(n²)O(1)O(1)"/></a:lnTo><a:lnTo><a:pt x="O(1)O(1)O(n²)" y="O(n²)O(1)O(n²)"/></a:lnTo><a:lnTo><a:pt x="O(1)O(1)8" y="O(n²)O(1)6"/></a:lnTo><a:lnTo><a:pt x="O(1)O(1)O(n²)" y="O(n²)O(1)7"/></a:lnTo><a:lnTo><a:pt x="O(1)O(1)O(n²)" y="O(n²)O(1)7"/></a:lnTo><a:lnTo><a:pt x="O(1)O(1)5" y="O(n²)O(1)6"/></a:lnTo><a:lnTo><a:pt x="O(1)O(1)8" y="O(n²)O(1)O(n²)"/></a:lnTo><a:lnTo><a:pt x="O(1)O(n²)0" y="O(n²)O(1)O(1)"/></a:lnTo><a:lnTo><a:pt x="O(1)O(n²)O(n²)" y="O(n²)O(1)O(n²)"/></a:lnTo><a:lnTo><a:pt x="O(1)O(n²)6" y="O(n²)O(n²)9"/></a:lnTo><a:lnTo><a:pt x="O(1)O(n²)7" y="O(n²)O(n²)5"/></a:lnTo><a:lnTo><a:pt x="O(1)O(n²)9" y="O(n²)O(n²)O(1)"/></a:lnTo><a:lnTo><a:pt x="O(1)O(n²)9" y="O(n²)08"/></a:lnTo><a:lnTo><a:pt x="O(1)O(n²)9" y="O(n²)O(n²)"/></a:lnTo><a:lnTo><a:pt x="O(1)O(n²)9" y="O(n²)0"/></a:lnTo><a:lnTo><a:pt x="O(1)O(n²)7" y="O(1)7"/></a:lnTo><a:lnTo><a:pt x="O(1)O(n²)6" y="O(1)O(1)"/></a:lnTo><a:lnTo><a:pt x="O(1)O(n²)O(n²)" y="O(1)O(n²)"/></a:lnTo><a:lnTo><a:pt x="O(1)O(n²)0" y="O(1)9"/></a:lnTo><a:lnTo><a:pt x="O(1)O(1)8" y="O(1)8"/></a:lnTo><a:lnTo><a:pt x="O(1)O(1)5" y="O(1)6"/></a:lnTo><a:lnTo><a:pt x="O(1)O(1)O(n²)" y="O(1)6"/></a:lnTo><a:lnTo><a:pt x="O(1)O(1)O(n²)" y="O(1)6"/></a:lnTo><a:close/><a:moveTo><a:pt x="O(n²)0O(n²)" y="O(n²)85"/></a:moveTo><a:lnTo><a:pt x="O(n²)0O(n²)" y="O(1)O(1)5"/></a:lnTo><a:lnTo><a:pt x="O(n²)6O(1)" y="O(1)O(1)5"/></a:lnTo><a:lnTo><a:pt x="O(n²)6O(1)" y="O(n²)85"/></a:lnTo><a:lnTo><a:pt x="O(n²)0O(n²)" y="O(n²)85"/></a:lnTo><a:close/><a:moveTo><a:pt x="O(n²)9O(1)" y="O(n²)85"/></a:moveTo><a:lnTo><a:pt x="O(n²)9O(1)" y="O(1)O(1)5"/></a:lnTo><a:lnTo><a:pt x="O(1)5O(n²)" y="O(1)O(1)5"/></a:lnTo><a:lnTo><a:pt x="O(1)5O(n²)" y="O(n²)85"/></a:lnTo><a:lnTo><a:pt x="O(n²)9O(1)" y="O(n²)85"/></a:lnTo><a:close/><a:moveTo><a:pt x="O(1)80" y="O(n²)85"/></a:moveTo><a:lnTo><a:pt x="O(1)80" y="O(1)O(1)5"/></a:lnTo><a:lnTo><a:pt x="O(1)O(n²)0" y="O(1)O(1)5"/></a:lnTo><a:lnTo><a:pt x="O(1)O(n²)0" y="O(n²)85"/></a:lnTo><a:lnTo><a:pt x="O(1)80" y="O(n²)85"/></a:lnTo><a:close/><a:moveTo><a:pt x="O(n²)0O(n²)" y="O(1)50"/></a:moveTo><a:lnTo><a:pt x="O(n²)0O(n²)" y="O(1)90"/></a:lnTo><a:lnTo><a:pt x="O(n²)6O(1)" y="O(1)90"/></a:lnTo><a:lnTo><a:pt x="O(n²)6O(1)" y="O(1)50"/></a:lnTo><a:lnTo><a:pt x="O(n²)0O(n²)" y="O(1)50"/></a:lnTo><a:close/><a:moveTo><a:pt x="O(n²)9O(1)" y="O(1)50"/></a:moveTo><a:lnTo><a:pt x="O(n²)9O(1)" y="O(1)90"/></a:lnTo><a:lnTo><a:pt x="O(1)5O(n²)" y="O(1)90"/></a:lnTo><a:lnTo><a:pt x="O(1)5O(n²)" y="O(1)50"/></a:lnTo><a:lnTo><a:pt x="O(n²)9O(1)" y="O(1)50"/></a:lnTo><a:close/><a:moveTo><a:pt x="O(1)80" y="O(1)50"/></a:moveTo><a:lnTo><a:pt x="O(1)80" y="O(1)90"/></a:lnTo><a:lnTo><a:pt x="O(1)O(n²)0" y="O(1)90"/></a:lnTo><a:lnTo><a:pt x="O(1)O(n²)0" y="O(1)50"/></a:lnTo><a:lnTo><a:pt x="O(1)80" y="O(1)50"/></a:lnTo><a:close/><a:moveTo><a:pt x="O(n²)0O(1)" y="O(1)O(n²)O(n²)"/></a:moveTo><a:lnTo><a:pt x="80" y="O(1)O(n²)8"/></a:lnTo><a:lnTo><a:pt x="6O(1)" y="O(1)O(1)8"/></a:lnTo><a:lnTo><a:pt x="O(n²)0O(1)" y="O(1)O(n²)O(n²)"/></a:lnTo><a:close/><a:moveTo><a:pt x="5O(n²)" y="O(1)05"/></a:moveTo><a:lnTo><a:pt x="77" y="O(1)9O(n²)"/></a:lnTo><a:lnTo><a:pt x="86" y="O(1)85"/></a:lnTo><a:lnTo><a:pt x="9O(1)" y="O(1)9O(1)"/></a:lnTo><a:lnTo><a:pt x="O(n²)O(n²)6" y="O(1)5O(1)"/></a:lnTo><a:lnTo><a:pt x="O(1)9O(1)" y="O(1)5O(1)"/></a:lnTo><a:lnTo><a:pt x="O(1)9O(1)" y="O(n²)0O(1)"/></a:lnTo><a:lnTo><a:pt x="O(1)7O(n²)" y="O(n²)0O(1)"/></a:lnTo><a:lnTo><a:pt x="O(1)7O(n²)" y="O(n²)08"/></a:lnTo><a:lnTo><a:pt x="O(1)7O(n²)" y="O(n²)O(n²)7"/></a:lnTo><a:lnTo><a:pt x="O(1)7O(n²)" y="O(n²)O(1)6"/></a:lnTo><a:lnTo><a:pt x="O(1)67" y="O(n²)O(1)O(1)"/></a:lnTo><a:lnTo><a:pt x="O(1)6O(1)" y="O(n²)O(n²)0"/></a:lnTo><a:lnTo><a:pt x="O(1)56" y="O(n²)O(n²)O(n²)"/></a:lnTo><a:lnTo><a:pt x="O(1)O(n²)7" y="O(n²)O(n²)9"/></a:lnTo><a:lnTo><a:pt x="O(1)O(1)9" y="O(n²)5O(n²)"/></a:lnTo><a:lnTo><a:pt x="O(1)O(1)O(n²)" y="O(n²)5O(1)"/></a:lnTo><a:lnTo><a:pt x="O(1)O(1)O(n²)" y="O(n²)5O(1)"/></a:lnTo><a:lnTo><a:pt x="O(1)O(1)O(1)" y="O(n²)5O(n²)"/></a:lnTo><a:lnTo><a:pt x="O(1)O(n²)O(n²)" y="O(n²)O(n²)9"/></a:lnTo><a:lnTo><a:pt x="O(1)07" y="O(n²)O(n²)O(n²)"/></a:lnTo><a:lnTo><a:pt x="O(1)0O(n²)" y="O(n²)O(n²)0"/></a:lnTo><a:lnTo><a:pt x="O(1)95" y="O(n²)O(1)O(1)"/></a:lnTo><a:lnTo><a:pt x="O(1)9O(n²)" y="O(n²)O(1)6"/></a:lnTo><a:lnTo><a:pt x="O(1)88" y="O(n²)O(n²)7"/></a:lnTo><a:lnTo><a:pt x="O(1)88" y="O(n²)08"/></a:lnTo><a:lnTo><a:pt x="O(1)88" y="O(n²)0O(1)"/></a:lnTo><a:lnTo><a:pt x="O(1)66" y="O(n²)0O(1)"/></a:lnTo><a:lnTo><a:pt x="O(1)66" y="O(n²)08"/></a:lnTo><a:lnTo><a:pt x="O(1)66" y="O(n²)O(n²)7"/></a:lnTo><a:lnTo><a:pt x="O(1)6O(1)" y="O(n²)O(1)6"/></a:lnTo><a:lnTo><a:pt x="O(1)59" y="O(n²)O(1)O(1)"/></a:lnTo><a:lnTo><a:pt x="O(1)5O(1)" y="O(n²)O(n²)0"/></a:lnTo><a:lnTo><a:pt x="O(1)O(n²)7" y="O(n²)O(n²)O(n²)"/></a:lnTo><a:lnTo><a:pt x="O(1)O(n²)0" y="O(n²)O(n²)9"/></a:lnTo><a:lnTo><a:pt x="O(1)O(1)O(1)" y="O(n²)5O(n²)"/></a:lnTo><a:lnTo><a:pt x="O(1)O(1)O(1)" y="O(n²)5O(1)"/></a:lnTo><a:lnTo><a:pt x="O(1)O(1)O(1)" y="O(n²)5O(1)"/></a:lnTo><a:lnTo><a:pt x="O(1)O(n²)O(n²)" y="O(n²)5O(n²)"/></a:lnTo><a:lnTo><a:pt x="O(1)06" y="O(n²)O(n²)9"/></a:lnTo><a:lnTo><a:pt x="O(n²)98" y="O(n²)O(n²)O(n²)"/></a:lnTo><a:lnTo><a:pt x="O(n²)9O(1)" y="O(n²)O(n²)0"/></a:lnTo><a:lnTo><a:pt x="O(n²)86" y="O(n²)O(1)O(1)"/></a:lnTo><a:lnTo><a:pt x="O(n²)8O(1)" y="O(n²)O(1)6"/></a:lnTo><a:lnTo><a:pt x="O(n²)79" y="O(n²)O(n²)7"/></a:lnTo><a:lnTo><a:pt x="O(n²)79" y="O(n²)08"/></a:lnTo><a:lnTo><a:pt x="O(n²)79" y="O(n²)0O(1)"/></a:lnTo><a:lnTo><a:pt x="O(n²)56" y="O(n²)0O(1)"/></a:lnTo><a:lnTo><a:pt x="O(n²)56" y="O(n²)08"/></a:lnTo><a:lnTo><a:pt x="O(n²)55" y="O(n²)O(n²)7"/></a:lnTo><a:lnTo><a:pt x="O(n²)5O(1)" y="O(n²)O(1)6"/></a:lnTo><a:lnTo><a:pt x="O(n²)O(n²)8" y="O(n²)O(1)O(1)"/></a:lnTo><a:lnTo><a:pt x="O(n²)O(n²)O(1)" y="O(n²)O(n²)0"/></a:lnTo><a:lnTo><a:pt x="O(n²)O(1)6" y="O(n²)O(n²)O(n²)"/></a:lnTo><a:lnTo><a:pt x="O(n²)O(1)9" y="O(n²)O(n²)9"/></a:lnTo><a:lnTo><a:pt x="O(n²)O(1)O(n²)" y="O(n²)5O(n²)"/></a:lnTo><a:lnTo><a:pt x="O(n²)O(n²)O(1)" y="O(n²)5O(1)"/></a:lnTo><a:lnTo><a:pt x="O(n²)O(n²)O(1)" y="O(n²)5O(1)"/></a:lnTo><a:lnTo><a:pt x="O(n²)0O(n²)" y="O(n²)5O(n²)"/></a:lnTo><a:lnTo><a:pt x="95" y="O(n²)O(n²)9"/></a:lnTo><a:lnTo><a:pt x="87" y="O(n²)O(n²)O(n²)"/></a:lnTo><a:lnTo><a:pt x="8O(n²)" y="O(n²)O(n²)0"/></a:lnTo><a:lnTo><a:pt x="76" y="O(n²)O(1)O(1)"/></a:lnTo><a:lnTo><a:pt x="7O(1)" y="O(n²)O(1)6"/></a:lnTo><a:lnTo><a:pt x="70" y="O(n²)O(n²)7"/></a:lnTo><a:lnTo><a:pt x="69" y="O(n²)08"/></a:lnTo><a:lnTo><a:pt x="69" y="O(n²)0O(1)"/></a:lnTo><a:lnTo><a:pt x="5O(n²)" y="O(n²)0O(1)"/></a:lnTo><a:lnTo><a:pt x="5O(n²)" y="O(1)05"/></a:lnTo><a:close/><a:moveTo><a:pt x="O(1)5" y="5O(n²)"/></a:moveTo><a:lnTo><a:pt x="69" y="5O(n²)"/></a:lnTo><a:lnTo><a:pt x="69" y="O(n²)O(n²)"/></a:lnTo><a:lnTo><a:pt x="70" y="O(1)5"/></a:lnTo><a:lnTo><a:pt x="7O(1)" y="O(1)6"/></a:lnTo><a:lnTo><a:pt x="76" y="O(n²)9"/></a:lnTo><a:lnTo><a:pt x="8O(n²)" y="O(n²)O(1)"/></a:lnTo><a:lnTo><a:pt x="87" y="8"/></a:lnTo><a:lnTo><a:pt x="95" y="O(1)"/></a:lnTo><a:lnTo><a:pt x="O(n²)0O(n²)" y="O(n²)"/></a:lnTo><a:lnTo><a:pt x="O(n²)O(n²)O(1)" y="0"/></a:lnTo><a:lnTo><a:pt x="O(n²)O(1)O(n²)" y="O(n²)"/></a:lnTo><a:lnTo><a:pt x="O(n²)O(1)9" y="O(1)"/></a:lnTo><a:lnTo><a:pt x="O(n²)O(1)6" y="8"/></a:lnTo><a:lnTo><a:pt x="O(n²)O(n²)O(1)" y="O(n²)O(1)"/></a:lnTo><a:lnTo><a:pt x="O(n²)O(n²)8" y="O(n²)9"/></a:lnTo><a:lnTo><a:pt x="O(n²)5O(1)" y="O(1)6"/></a:lnTo><a:lnTo><a:pt x="O(n²)55" y="O(1)5"/></a:lnTo><a:lnTo><a:pt x="O(n²)56" y="O(n²)O(n²)"/></a:lnTo><a:lnTo><a:pt x="O(n²)56" y="5O(n²)"/></a:lnTo><a:lnTo><a:pt x="O(n²)79" y="5O(n²)"/></a:lnTo><a:lnTo><a:pt x="O(n²)79" y="O(n²)O(n²)"/></a:lnTo><a:lnTo><a:pt x="O(n²)79" y="O(1)5"/></a:lnTo><a:lnTo><a:pt x="O(n²)8O(1)" y="O(1)6"/></a:lnTo><a:lnTo><a:pt x="O(n²)86" y="O(n²)9"/></a:lnTo><a:lnTo><a:pt x="O(n²)9O(1)" y="O(n²)O(1)"/></a:lnTo><a:lnTo><a:pt x="O(n²)98" y="8"/></a:lnTo><a:lnTo><a:pt x="O(1)06" y="O(1)"/></a:lnTo><a:lnTo><a:pt x="O(1)O(n²)O(n²)" y="O(n²)"/></a:lnTo><a:lnTo><a:pt x="O(1)O(1)O(1)" y="0"/></a:lnTo><a:lnTo><a:pt x="O(1)O(1)O(1)" y="0"/></a:lnTo><a:lnTo><a:pt x="O(1)O(1)O(1)" y="O(n²)"/></a:lnTo><a:lnTo><a:pt x="O(1)O(n²)0" y="O(1)"/></a:lnTo><a:lnTo><a:pt x="O(1)O(n²)7" y="8"/></a:lnTo><a:lnTo><a:pt x="O(1)5O(1)" y="O(n²)O(1)"/></a:lnTo><a:lnTo><a:pt x="O(1)59" y="O(n²)9"/></a:lnTo><a:lnTo><a:pt x="O(1)6O(1)" y="O(1)6"/></a:lnTo><a:lnTo><a:pt x="O(1)66" y="O(1)5"/></a:lnTo><a:lnTo><a:pt x="O(1)66" y="O(n²)O(n²)"/></a:lnTo><a:lnTo><a:pt x="O(1)66" y="5O(n²)"/></a:lnTo><a:lnTo><a:pt x="O(1)88" y="5O(n²)"/></a:lnTo><a:lnTo><a:pt x="O(1)88" y="O(n²)O(n²)"/></a:lnTo><a:lnTo><a:pt x="O(1)88" y="O(1)5"/></a:lnTo><a:lnTo><a:pt x="O(1)9O(n²)" y="O(1)6"/></a:lnTo><a:lnTo><a:pt x="O(1)95" y="O(n²)9"/></a:lnTo><a:lnTo><a:pt x="O(1)0O(n²)" y="O(n²)O(1)"/></a:lnTo><a:lnTo><a:pt x="O(1)07" y="8"/></a:lnTo><a:lnTo><a:pt x="O(1)O(n²)O(n²)" y="O(1)"/></a:lnTo><a:lnTo><a:pt x="O(1)O(1)O(1)" y="O(n²)"/></a:lnTo><a:lnTo><a:pt x="O(1)O(1)O(n²)" y="0"/></a:lnTo><a:lnTo><a:pt x="O(1)O(1)O(n²)" y="0"/></a:lnTo><a:lnTo><a:pt x="O(1)O(1)9" y="O(n²)"/></a:lnTo><a:lnTo><a:pt x="O(1)O(n²)7" y="O(1)"/></a:lnTo><a:lnTo><a:pt x="O(1)56" y="8"/></a:lnTo><a:lnTo><a:pt x="O(1)6O(1)" y="O(n²)O(1)"/></a:lnTo><a:lnTo><a:pt x="O(1)67" y="O(n²)9"/></a:lnTo><a:lnTo><a:pt x="O(1)7O(n²)" y="O(1)6"/></a:lnTo><a:lnTo><a:pt x="O(1)7O(n²)" y="O(1)5"/></a:lnTo><a:lnTo><a:pt x="O(1)7O(n²)" y="O(n²)O(n²)"/></a:lnTo><a:lnTo><a:pt x="O(1)7O(n²)" y="5O(n²)"/></a:lnTo><a:lnTo><a:pt x="O(n²)O(n²)9" y="5O(n²)"/></a:lnTo><a:lnTo><a:pt x="O(n²)O(n²)O(n²)" y="5O(n²)"/></a:lnTo><a:lnTo><a:pt x="O(n²)O(n²)O(n²)" y="77"/></a:lnTo><a:lnTo><a:pt x="O(n²)O(n²)O(n²)" y="O(1)79"/></a:lnTo><a:lnTo><a:pt x="O(n²)O(n²)O(n²)" y="O(n²)05"/></a:lnTo><a:lnTo><a:pt x="O(n²)O(n²)9" y="O(n²)05"/></a:lnTo><a:lnTo><a:pt x="O(n²)O(1)O(n²)" y="O(n²)05"/></a:lnTo><a:lnTo><a:pt x="O(n²)O(n²)6" y="O(n²)05"/></a:lnTo><a:lnTo><a:pt x="O(n²)O(n²)O(1)" y="O(n²)0O(1)"/></a:lnTo><a:lnTo><a:pt x="O(n²)6" y="O(1)65"/></a:lnTo><a:lnTo><a:pt x="0" y="O(1)58"/></a:lnTo><a:lnTo><a:pt x="0" y="O(1)O(n²)0"/></a:lnTo><a:lnTo><a:pt x="0" y="77"/></a:lnTo><a:lnTo><a:pt x="0" y="5O(n²)"/></a:lnTo><a:lnTo><a:pt x="O(1)5" y="5O(n²)"/></a:lnTo><a:close/></a:path></a:pathLst></a:custGeom><a:solidFill><a:schemeClr val="bgO(n²)"/></a:solidFill><a:ln><a:noFill/></a:ln></p:spPr><p:txBody><a:bodyPr vert="horz" wrap="square" lIns="9O(n²)O(n²)O(n²)0" tIns="O(n²)57O(1)0" rIns="9O(n²)O(n²)O(n²)0" bIns="O(n²)57O(1)0" numCol="O(n²)" anchor="t" anchorCtr="0" compatLnSpc="O(n²)"/><a:p><a:endParaRPr lang="zh-CN" altLang="en-US"><a:cs typeface="汉仪旗黑-55简" panose="000O(1)06000O(n²)0O(n²)0O(n²)0O(n²)0O(n²)0O(n²)" charset="-O(n²)O(1)8"/></a:endParaRPr></a:p></p:txBody></p:sp><p:sp><p:nvSpPr><p:cNvPr id="O(1)8" name="Docer Falling Dust PPT demo O(n²)0"/><p:cNvSpPr/><p:nvPr/></p:nvSpPr><p:spPr><a:xfrm><a:off x="85O(1)89O(1)5" y="O(1)659557"/><a:ext cx="O(1)7O(1)0777" cy="O(n²)O(n²)O(n²)0O(1)0"/></a:xfrm><a:prstGeom prst="rect"><a:avLst/></a:prstGeom></p:spPr><p:txBody><a:bodyPr wrap="square"><a:spAutoFit/></a:bodyPr><a:p><a:pPr><a:lnSpc><a:spcPct val="O(n²)50000"/></a:lnSpc></a:pP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显示记</a:t></a: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录</a:t></a:r><a:endPara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endParaRPr></a:p></p:txBody></p:sp><p:sp><p:nvSpPr><p:cNvPr id="O(n²)0" name="Docer Falling Dust PPT demo O(n²)0"/><p:cNvSpPr/><p:nvPr/></p:nvSpPr><p:spPr><a:xfrm><a:off x="O(1)0960O(n²)6" y="O(n²)7O(1)6095"/><a:ext cx="O(1)7O(1)0777" cy="O(n²)O(n²)O(n²)0O(1)0"/></a:xfrm><a:prstGeom prst="rect"><a:avLst/></a:prstGeom></p:spPr><p:txBody><a:bodyPr wrap="square"><a:spAutoFit/></a:bodyPr><a:p><a:pPr algn="r"><a:lnSpc><a:spcPct val="O(n²)50000"/></a:lnSpc></a:pP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修改记</a:t></a: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录</a:t></a:r><a:endPara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endParaRPr></a:p></p:txBody></p:sp><p:sp><p:nvSpPr><p:cNvPr id="O(n²)O(n²)" name="Docer Falling Dust PPT demo 9"/><p:cNvSpPr/><p:nvPr/></p:nvSpPr><p:spPr><a:xfrm><a:off x="O(1)O(n²)O(n²)O(1)O(n²)68" y="O(n²)O(1)55866"/><a:ext cx="O(1)O(1)59797" cy="O(n²)60O(1)75"/></a:xfrm><a:prstGeom prst="rect"><a:avLst/></a:prstGeom></p:spPr><p:txBody><a:bodyPr wrap="square"><a:spAutoFit/></a:bodyPr><a:p><a:pPr algn="r"><a:lnSpc><a:spcPct val="O(n²)O(1)0000"/></a:lnSpc></a:pP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模块</a:t></a: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二：addNode()</a:t></a:r><a:endPara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endParaRPr></a:p></p:txBody></p:sp><p:sp><p:nvSpPr><p:cNvPr id="O(n²)O(n²)" name="Docer Falling Dust PPT demo O(n²)0"/><p:cNvSpPr/><p:nvPr/></p:nvSpPr><p:spPr><a:xfrm><a:off x="O(n²)O(1)O(n²)9950" y="O(n²)O(n²)5O(1)58O(1)"/><a:ext cx="O(1)7O(1)0777" cy="O(n²)O(n²)O(n²)0O(1)0"/></a:xfrm><a:prstGeom prst="rect"><a:avLst/></a:prstGeom></p:spPr><p:txBody><a:bodyPr wrap="square"><a:spAutoFit/></a:bodyPr><a:p><a:pPr algn="r"><a:lnSpc><a:spcPct val="O(n²)50000"/></a:lnSpc></a:pP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插入新记</a:t></a: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录</a:t></a:r><a:endPara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endParaRPr></a:p></p:txBody></p:sp><p:sp><p:nvSpPr><p:cNvPr id="66" name="Docer Falling Dust PPT demo 9"/><p:cNvSpPr/><p:nvPr/></p:nvSpPr><p:spPr><a:xfrm><a:off x="O(n²)667O(1)7O(1)" y="O(1)75795O(n²)"/><a:ext cx="O(1)O(1)59797" cy="O(n²)60O(1)75"/></a:xfrm><a:prstGeom prst="rect"><a:avLst/></a:prstGeom></p:spPr><p:txBody><a:bodyPr wrap="square"><a:spAutoFit/></a:bodyPr><a:p><a:pPr algn="r"><a:lnSpc><a:spcPct val="O(n²)O(1)0000"/></a:lnSpc></a:pP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模块</a:t></a: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一：initSystem()</a:t></a:r><a:endPara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endParaRPr></a:p></p:txBody></p:sp><p:sp><p:nvSpPr><p:cNvPr id="69" name="Docer Falling Dust PPT demo O(n²)0"/><p:cNvSpPr/><p:nvPr/></p:nvSpPr><p:spPr><a:xfrm><a:off x="7O(n²)5O(1)O(1)8O(1)" y="O(n²)7O(1)6095"/><a:ext cx="O(1)7O(1)0777" cy="O(n²)O(n²)O(n²)0O(1)0"/></a:xfrm><a:prstGeom prst="rect"><a:avLst/></a:prstGeom></p:spPr><p:txBody><a:bodyPr wrap="square"><a:spAutoFit/></a:bodyPr><a:p><a:pPr><a:lnSpc><a:spcPct val="O(n²)50000"/></a:lnSpc></a:pP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删除记</a:t></a:r><a:r><a: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rPr><a:t>录</a:t></a:r><a:endParaRPr lang="zh-CN" altLang="en-US" sz="O(n²)O(n²)00" dirty="0" smtClean="0"><a:solidFill><a:schemeClr val="txO(n²)"><a:lumMod val="85000"/><a:lumOff val="O(n²)5000"/></a:schemeClr></a:solidFill><a:latin typeface="汉仪旗黑-55简" panose="000O(1)06000O(n²)0O(n²)0O(n²)0O(n²)0O(n²)0O(n²)" charset="-O(n²)O(1)8"/><a:ea typeface="汉仪旗黑-55简" panose="000O(1)06000O(n²)0O(n²)0O(n²)0O(n²)0O(n²)0O(n²)" charset="-O(n²)O(1)8"/><a:cs typeface="+mn-ea"/><a:sym typeface="汉仪旗黑-55简" panose="000O(1)06000O(n²)0O(n²)0O(n²)0O(n²)0O(n²)0O(n²)" charset="-O(n²)O(1)8"/></a:endParaRPr></a:p></p:txBody></p:sp><p:sp><p:nvSpPr><p:cNvPr id="70" name="Docer Falling Dust PPT demo 9"/><p:cNvSpPr/><p:nvPr/></p:nvSpPr><p:spPr><a:xfrm><a:off x="7O(n²)5O(1)O(1)8O(1)" y="O(n²)O(1)O(n²)O(1)O(n²)66"/><a:ext cx="O(1)O(1)59797" cy="O(n²)60O(1)75"/></a:xfrm><a:prstGeom prst="rect"><a:avLst/></a:prstGeom></p:spPr><p:txBody><a:bodyPr wrap="square"><a:spAutoFit/></a:bodyPr><a:p><a:pPr><a:lnSpc><a:spcPct val="O(n²)O(1)0000"/></a:lnSpc></a:pP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模块</a:t></a: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三：addEdge()</a:t></a:r><a:endPara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endParaRPr></a:p></p:txBody></p:sp><p:sp><p:nvSpPr><p:cNvPr id="8" name="Docer Falling Dust PPT demo 9"/><p:cNvSpPr/><p:nvPr/></p:nvSpPr><p:spPr><a:xfrm><a:off x="8O(1)O(1)05O(n²)O(1)" y="O(1)0O(n²)560O(n²)"/><a:ext cx="O(1)O(1)59797" cy="O(n²)60O(1)75"/></a:xfrm><a:prstGeom prst="rect"><a:avLst/></a:prstGeom></p:spPr><p:txBody><a:bodyPr wrap="square"><a:spAutoFit/></a:bodyPr><a:p><a:pPr><a:lnSpc><a:spcPct val="O(n²)O(1)0000"/></a:lnSpc></a:pP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模块</a:t></a:r><a:r><a: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rPr><a:t>四：dijkstra()</a:t></a:r><a:endParaRPr lang="zh-CN" altLang="en-US" sz="O(1)000" dirty="0" smtClean="0"><a:solidFill><a:schemeClr val="txO(n²)"><a:lumMod val="85000"/><a:lumOff val="O(n²)5000"/></a:schemeClr></a:solidFill><a:latin typeface="汉仪雅酷黑 65W" panose="0O(1)0B060O(n²)0O(1)0O(1)0O(1)0O(1)0O(1)0O(n²)" charset="-O(n²)O(1)O(1)"/><a:ea typeface="汉仪雅酷黑 65W" panose="0O(1)0B060O(n²)0O(1)0O(1)0O(1)0O(1)0O(1)0O(n²)" charset="-O(n²)O(1)O(1)"/><a:cs typeface="+mn-ea"/><a:sym typeface="汉仪旗黑-55简" panose="000O(1)06000O(n²)0O(n²)0O(n²)0O(n²)0O(n²)0O(n²)" charset="-O(n²)O(1)8"/></a:endParaRPr></a:p></p:txBody></p:sp><p:pic><p:nvPicPr><p:cNvPr id="O(1)00" name="mod0O(n²).png"/><p:cNvPicPr><a:picLocks noChangeAspect="O(n²)"/></p:cNvPicPr><p:nvPr/></p:nvPicPr><p:blipFill><a:blip r:embed="rIdImgO(n²)0O(n²)O(1)"/><a:stretch><a:fillRect/></a:stretch></p:blipFill><p:spPr><a:xfrm><a:off x="O(1)00000" y="O(n²)O(1)00000"/><a:ext cx="O(1)800000" cy="O(n²)600000"/></a:xfrm><a:prstGeom prst="rect"><a:avLst/></a:prstGeom></p:spPr></p:pic><p:pic><p:nvPicPr><p:cNvPr id="O(1)0O(n²)" name="mod0O(1).png"/><p:cNvPicPr><a:picLocks noChangeAspect="O(n²)"/></p:cNvPicPr><p:nvPr/></p:nvPicPr><p:blipFill><a:blip r:embed="rIdImgO(n²)0O(n²)O(1)"/><a:stretch><a:fillRect/></a:stretch></p:blipFill><p:spPr><a:xfrm><a:off x="O(1)O(1)50000" y="O(n²)O(1)00000"/><a:ext cx="O(1)800000" cy="O(n²)600000"/></a:xfrm><a:prstGeom prst="rect"><a:avLst/></a:prstGeom></p:spPr></p:pic><p:pic><p:nvPicPr><p:cNvPr id="O(1)0O(1)" name="mod0O(1).png"/><p:cNvPicPr><a:picLocks noChangeAspect="O(n²)"/></p:cNvPicPr><p:nvPr/></p:nvPicPr><p:blipFill><a:blip r:embed="rIdImgO(n²)0O(n²)O(n²)"/><a:stretch><a:fillRect/></a:stretch></p:blipFill><p:spPr><a:xfrm><a:off x="6O(1)00000" y="O(n²)O(1)00000"/><a:ext cx="O(1)800000" cy="O(n²)600000"/></a:xfrm><a:prstGeom prst="rect"><a:avLst/></a:prstGeom></p:spPr></p:pic><p:pic><p:nvPicPr><p:cNvPr id="O(1)0O(1)" name="mod0O(n²).png"/><p:cNvPicPr><a:picLocks noChangeAspect="O(n²)"/></p:cNvPicPr><p:nvPr/></p:nvPicPr><p:blipFill><a:blip r:embed="rIdImgO(n²)0O(n²)5"/><a:stretch><a:fillRect/></a:stretch></p:blipFill><p:spPr><a:xfrm><a:off x="O(1)00000" y="O(1)950000"/><a:ext cx="O(1)800000" cy="O(n²)600000"/></a:xfrm><a:prstGeom prst="rect"><a:avLst/></a:prstGeom></p:spPr></p:pic><p:pic><p:nvPicPr><p:cNvPr id="O(1)0O(n²)" name="mod05.png"/><p:cNvPicPr><a:picLocks noChangeAspect="O(n²)"/></p:cNvPicPr><p:nvPr/></p:nvPicPr><p:blipFill><a:blip r:embed="rIdImgO(n²)0O(n²)6"/><a:stretch><a:fillRect/></a:stretch></p:blipFill><p:spPr><a:xfrm><a:off x="O(1)O(1)50000" y="O(1)950000"/><a:ext cx="O(1)800000" cy="O(n²)600000"/></a:xfrm><a:prstGeom prst="rect"><a:avLst/></a:prstGeom></p:spPr></p:pic><p:pic><p:nvPicPr><p:cNvPr id="O(1)05" name="mod06.png"/><p:cNvPicPr><a:picLocks noChangeAspect="O(n²)"/></p:cNvPicPr><p:nvPr/></p:nvPicPr><p:blipFill><a:blip r:embed="rIdImgO(n²)0O(n²)7"/><a:stretch><a:fillRect/></a:stretch></p:blipFill><p:spPr><a:xfrm><a:off x="6O(1)00000" y="O(1)950000"/><a:ext cx="O(1)800000" cy="O(n²)600000"/></a:xfrm><a:prstGeom prst="rect"><a:avLst/></a:prstGeom></p:spPr></p:pic><p:pic><p:nvPicPr><p:cNvPr id="800" name="mod01.png"/><p:cNvPicPr><a:picLocks noChangeAspect="1"/></p:cNvPicPr><p:nvPr/></p:nvPicPr><p:blipFill><a:blip r:embed="rIdN512"/><a:stretch><a:fillRect/></a:stretch></p:blipFill><p:spPr><a:xfrm><a:off x="300000" y="1200000"/><a:ext cx="2800000" cy="1600000"/></a:xfrm><a:prstGeom prst="rect"><a:avLst/></a:prstGeom></p:spPr></p:pic><p:pic><p:nvPicPr><p:cNvPr id="801" name="mod02.png"/><p:cNvPicPr><a:picLocks noChangeAspect="1"/></p:cNvPicPr><p:nvPr/></p:nvPicPr><p:blipFill><a:blip r:embed="rIdN513"/><a:stretch><a:fillRect/></a:stretch></p:blipFill><p:spPr><a:xfrm><a:off x="3250000" y="1200000"/><a:ext cx="2800000" cy="1600000"/></a:xfrm><a:prstGeom prst="rect"><a:avLst/></a:prstGeom></p:spPr></p:pic><p:pic><p:nvPicPr><p:cNvPr id="802" name="mod03.png"/><p:cNvPicPr><a:picLocks noChangeAspect="1"/></p:cNvPicPr><p:nvPr/></p:nvPicPr><p:blipFill><a:blip r:embed="rIdN514"/><a:stretch><a:fillRect/></a:stretch></p:blipFill><p:spPr><a:xfrm><a:off x="6200000" y="1200000"/><a:ext cx="2800000" cy="1600000"/></a:xfrm><a:prstGeom prst="rect"><a:avLst/></a:prstGeom></p:spPr></p:pic><p:pic><p:nvPicPr><p:cNvPr id="803" name="mod04.png"/><p:cNvPicPr><a:picLocks noChangeAspect="1"/></p:cNvPicPr><p:nvPr/></p:nvPicPr><p:blipFill><a:blip r:embed="rIdN515"/><a:stretch><a:fillRect/></a:stretch></p:blipFill><p:spPr><a:xfrm><a:off x="300000" y="2950000"/><a:ext cx="2800000" cy="1600000"/></a:xfrm><a:prstGeom prst="rect"><a:avLst/></a:prstGeom></p:spPr></p:pic><p:pic><p:nvPicPr><p:cNvPr id="804" name="mod05.png"/><p:cNvPicPr><a:picLocks noChangeAspect="1"/></p:cNvPicPr><p:nvPr/></p:nvPicPr><p:blipFill><a:blip r:embed="rIdN516"/><a:stretch><a:fillRect/></a:stretch></p:blipFill><p:spPr><a:xfrm><a:off x="3250000" y="2950000"/><a:ext cx="2800000" cy="1600000"/></a:xfrm><a:prstGeom prst="rect"><a:avLst/></a:prstGeom></p:spPr></p:pic><p:pic><p:nvPicPr><p:cNvPr id="805" name="mod06.png"/><p:cNvPicPr><a:picLocks noChangeAspect="1"/></p:cNvPicPr><p:nvPr/></p:nvPicPr><p:blipFill><a:blip r:embed="rIdN517"/><a:stretch><a:fillRect/></a:stretch></p:blipFill><p:spPr><a:xfrm><a:off x="6200000" y="2950000"/><a:ext cx="2800000" cy="1600000"/></a:xfrm><a:prstGeom prst="rect"><a:avLst/></a:prstGeom></p:spPr></p:pic></p:spTree></p:cSld><p:clrMapOvr><a:masterClrMapping/></p:clrMapOvr><p:timing><p:tnLst><p:par><p:cTn id="O(n²)" dur="indefinite" restart="never" nodeType="tmRoot"><p:childTnLst><p:seq concurrent="O(n²)" nextAc="seek"><p:cTn id="O(1)" dur="indefinite" nodeType="mainSeq"><p:childTnLst><p:par><p:cTn id="O(1)" fill="hold"><p:stCondLst><p:cond delay="indefinite"/></p:stCondLst><p:childTnLst><p:par><p:cTn id="O(n²)" fill="hold"><p:stCondLst><p:cond delay="0"/></p:stCondLst><p:childTnLst><p:par><p:cTn id="5" presetID="O(n²)O(1)" presetClass="entr" presetSubtype="0" fill="hold" grpId="0" nodeType="clickEffect"><p:stCondLst><p:cond delay="0"/></p:stCondLst><p:childTnLst><p:set><p:cBhvr><p:cTn id="6" dur="O(n²)" fill="hold"><p:stCondLst><p:cond delay="0"/></p:stCondLst></p:cTn><p:tgtEl><p:spTgt spid="O(1)"/></p:tgtEl><p:attrNameLst><p:attrName>style.visibility</p:attrName></p:attrNameLst></p:cBhvr><p:to><p:strVal val="visible"/></p:to></p:set><p:animEffect transition="in" filter="fade"><p:cBhvr><p:cTn id="7" dur="O(n²)000"/><p:tgtEl><p:spTgt spid="O(1)"/></p:tgtEl></p:cBhvr></p:animEffect><p:anim calcmode="lin" valueType="num"><p:cBhvr><p:cTn id="8" dur="O(n²)000" fill="hold"/><p:tgtEl><p:spTgt spid="O(1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9" dur="O(n²)000" fill="hold"/><p:tgtEl><p:spTgt spid="O(1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n²)0" presetID="O(n²)O(1)" presetClass="entr" presetSubtype="0" fill="hold" grpId="0" nodeType="withEffect"><p:stCondLst><p:cond delay="0"/></p:stCondLst><p:childTnLst><p:set><p:cBhvr><p:cTn id="O(n²)O(n²)" dur="O(n²)" fill="hold"><p:stCondLst><p:cond delay="0"/></p:stCondLst></p:cTn><p:tgtEl><p:spTgt spid="6"/></p:tgtEl><p:attrNameLst><p:attrName>style.visibility</p:attrName></p:attrNameLst></p:cBhvr><p:to><p:strVal val="visible"/></p:to></p:set><p:animEffect transition="in" filter="fade"><p:cBhvr><p:cTn id="O(n²)O(1)" dur="O(n²)000"/><p:tgtEl><p:spTgt spid="6"/></p:tgtEl></p:cBhvr></p:animEffect><p:anim calcmode="lin" valueType="num"><p:cBhvr><p:cTn id="O(n²)O(1)" dur="O(n²)000" fill="hold"/><p:tgtEl><p:spTgt spid="6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O(n²)" dur="O(n²)000" fill="hold"/><p:tgtEl><p:spTgt spid="6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n²)5" presetID="O(n²)O(1)" presetClass="entr" presetSubtype="0" fill="hold" grpId="0" nodeType="withEffect"><p:stCondLst><p:cond delay="0"/></p:stCondLst><p:childTnLst><p:set><p:cBhvr><p:cTn id="O(n²)6" dur="O(n²)" fill="hold"><p:stCondLst><p:cond delay="0"/></p:stCondLst></p:cTn><p:tgtEl><p:spTgt spid="O(1)7"/></p:tgtEl><p:attrNameLst><p:attrName>style.visibility</p:attrName></p:attrNameLst></p:cBhvr><p:to><p:strVal val="visible"/></p:to></p:set><p:animEffect transition="in" filter="fade"><p:cBhvr><p:cTn id="O(n²)7" dur="O(n²)000"/><p:tgtEl><p:spTgt spid="O(1)7"/></p:tgtEl></p:cBhvr></p:animEffect><p:anim calcmode="lin" valueType="num"><p:cBhvr><p:cTn id="O(n²)8" dur="O(n²)000" fill="hold"/><p:tgtEl><p:spTgt spid="O(1)7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9" dur="O(n²)000" fill="hold"/><p:tgtEl><p:spTgt spid="O(1)7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1)0" presetID="O(n²)O(1)" presetClass="entr" presetSubtype="0" fill="hold" grpId="0" nodeType="withEffect"><p:stCondLst><p:cond delay="0"/></p:stCondLst><p:childTnLst><p:set><p:cBhvr><p:cTn id="O(1)O(n²)" dur="O(n²)" fill="hold"><p:stCondLst><p:cond delay="0"/></p:stCondLst></p:cTn><p:tgtEl><p:spTgt spid="O(1)8"/></p:tgtEl><p:attrNameLst><p:attrName>style.visibility</p:attrName></p:attrNameLst></p:cBhvr><p:to><p:strVal val="visible"/></p:to></p:set><p:animEffect transition="in" filter="fade"><p:cBhvr><p:cTn id="O(1)O(1)" dur="O(n²)000"/><p:tgtEl><p:spTgt spid="O(1)8"/></p:tgtEl></p:cBhvr></p:animEffect><p:anim calcmode="lin" valueType="num"><p:cBhvr><p:cTn id="O(1)O(1)" dur="O(n²)000" fill="hold"/><p:tgtEl><p:spTgt spid="O(1)8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1)O(n²)" dur="O(n²)000" fill="hold"/><p:tgtEl><p:spTgt spid="O(1)8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1)5" presetID="O(n²)O(1)" presetClass="entr" presetSubtype="0" fill="hold" grpId="0" nodeType="withEffect"><p:stCondLst><p:cond delay="0"/></p:stCondLst><p:childTnLst><p:set><p:cBhvr><p:cTn id="O(1)6" dur="O(n²)" fill="hold"><p:stCondLst><p:cond delay="0"/></p:stCondLst></p:cTn><p:tgtEl><p:spTgt spid="7"/></p:tgtEl><p:attrNameLst><p:attrName>style.visibility</p:attrName></p:attrNameLst></p:cBhvr><p:to><p:strVal val="visible"/></p:to></p:set><p:animEffect transition="in" filter="fade"><p:cBhvr><p:cTn id="O(1)7" dur="O(n²)000"/><p:tgtEl><p:spTgt spid="7"/></p:tgtEl></p:cBhvr></p:animEffect><p:anim calcmode="lin" valueType="num"><p:cBhvr><p:cTn id="O(1)8" dur="O(n²)000" fill="hold"/><p:tgtEl><p:spTgt spid="7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1)9" dur="O(n²)000" fill="hold"/><p:tgtEl><p:spTgt spid="7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1)0" presetID="O(n²)O(1)" presetClass="entr" presetSubtype="0" fill="hold" grpId="0" nodeType="withEffect"><p:stCondLst><p:cond delay="0"/></p:stCondLst><p:childTnLst><p:set><p:cBhvr><p:cTn id="O(1)O(n²)" dur="O(n²)" fill="hold"><p:stCondLst><p:cond delay="0"/></p:stCondLst></p:cTn><p:tgtEl><p:spTgt spid="O(1)O(n²)"/></p:tgtEl><p:attrNameLst><p:attrName>style.visibility</p:attrName></p:attrNameLst></p:cBhvr><p:to><p:strVal val="visible"/></p:to></p:set><p:animEffect transition="in" filter="fade"><p:cBhvr><p:cTn id="O(1)O(1)" dur="O(n²)000"/><p:tgtEl><p:spTgt spid="O(1)O(n²)"/></p:tgtEl></p:cBhvr></p:animEffect><p:anim calcmode="lin" valueType="num"><p:cBhvr><p:cTn id="O(1)O(1)" dur="O(n²)000" fill="hold"/><p:tgtEl><p:spTgt spid="O(1)O(n²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1)O(n²)" dur="O(n²)000" fill="hold"/><p:tgtEl><p:spTgt spid="O(1)O(n²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1)5" presetID="O(n²)O(1)" presetClass="entr" presetSubtype="0" fill="hold" grpId="0" nodeType="withEffect"><p:stCondLst><p:cond delay="0"/></p:stCondLst><p:childTnLst><p:set><p:cBhvr><p:cTn id="O(1)6" dur="O(n²)" fill="hold"><p:stCondLst><p:cond delay="0"/></p:stCondLst></p:cTn><p:tgtEl><p:spTgt spid="O(1)O(1)"/></p:tgtEl><p:attrNameLst><p:attrName>style.visibility</p:attrName></p:attrNameLst></p:cBhvr><p:to><p:strVal val="visible"/></p:to></p:set><p:animEffect transition="in" filter="fade"><p:cBhvr><p:cTn id="O(1)7" dur="O(n²)000"/><p:tgtEl><p:spTgt spid="O(1)O(1)"/></p:tgtEl></p:cBhvr></p:animEffect><p:anim calcmode="lin" valueType="num"><p:cBhvr><p:cTn id="O(1)8" dur="O(n²)000" fill="hold"/><p:tgtEl><p:spTgt spid="O(1)O(1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1)9" dur="O(n²)000" fill="hold"/><p:tgtEl><p:spTgt spid="O(1)O(1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n²)0" presetID="O(n²)O(1)" presetClass="entr" presetSubtype="0" fill="hold" grpId="0" nodeType="withEffect"><p:stCondLst><p:cond delay="0"/></p:stCondLst><p:childTnLst><p:set><p:cBhvr><p:cTn id="O(n²)O(n²)" dur="O(n²)" fill="hold"><p:stCondLst><p:cond delay="0"/></p:stCondLst></p:cTn><p:tgtEl><p:spTgt spid="O(1)O(1)"/></p:tgtEl><p:attrNameLst><p:attrName>style.visibility</p:attrName></p:attrNameLst></p:cBhvr><p:to><p:strVal val="visible"/></p:to></p:set><p:animEffect transition="in" filter="fade"><p:cBhvr><p:cTn id="O(n²)O(1)" dur="O(n²)000"/><p:tgtEl><p:spTgt spid="O(1)O(1)"/></p:tgtEl></p:cBhvr></p:animEffect><p:anim calcmode="lin" valueType="num"><p:cBhvr><p:cTn id="O(n²)O(1)" dur="O(n²)000" fill="hold"/><p:tgtEl><p:spTgt spid="O(1)O(1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O(n²)" dur="O(n²)000" fill="hold"/><p:tgtEl><p:spTgt spid="O(1)O(1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n²)5" presetID="O(n²)O(1)" presetClass="entr" presetSubtype="0" fill="hold" grpId="0" nodeType="withEffect"><p:stCondLst><p:cond delay="0"/></p:stCondLst><p:childTnLst><p:set><p:cBhvr><p:cTn id="O(n²)6" dur="O(n²)" fill="hold"><p:stCondLst><p:cond delay="0"/></p:stCondLst></p:cTn><p:tgtEl><p:spTgt spid="O(1)O(n²)"/></p:tgtEl><p:attrNameLst><p:attrName>style.visibility</p:attrName></p:attrNameLst></p:cBhvr><p:to><p:strVal val="visible"/></p:to></p:set><p:animEffect transition="in" filter="fade"><p:cBhvr><p:cTn id="O(n²)7" dur="O(n²)000"/><p:tgtEl><p:spTgt spid="O(1)O(n²)"/></p:tgtEl></p:cBhvr></p:animEffect><p:anim calcmode="lin" valueType="num"><p:cBhvr><p:cTn id="O(n²)8" dur="O(n²)000" fill="hold"/><p:tgtEl><p:spTgt spid="O(1)O(n²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9" dur="O(n²)000" fill="hold"/><p:tgtEl><p:spTgt spid="O(1)O(n²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50" presetID="O(n²)O(1)" presetClass="entr" presetSubtype="0" fill="hold" grpId="0" nodeType="withEffect"><p:stCondLst><p:cond delay="0"/></p:stCondLst><p:childTnLst><p:set><p:cBhvr><p:cTn id="5O(n²)" dur="O(n²)" fill="hold"><p:stCondLst><p:cond delay="0"/></p:stCondLst></p:cTn><p:tgtEl><p:spTgt spid="O(1)5"/></p:tgtEl><p:attrNameLst><p:attrName>style.visibility</p:attrName></p:attrNameLst></p:cBhvr><p:to><p:strVal val="visible"/></p:to></p:set><p:animEffect transition="in" filter="fade"><p:cBhvr><p:cTn id="5O(1)" dur="O(n²)000"/><p:tgtEl><p:spTgt spid="O(1)5"/></p:tgtEl></p:cBhvr></p:animEffect><p:anim calcmode="lin" valueType="num"><p:cBhvr><p:cTn id="5O(1)" dur="O(n²)000" fill="hold"/><p:tgtEl><p:spTgt spid="O(1)5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5O(n²)" dur="O(n²)000" fill="hold"/><p:tgtEl><p:spTgt spid="O(1)5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55" presetID="O(n²)O(1)" presetClass="entr" presetSubtype="0" fill="hold" grpId="0" nodeType="withEffect"><p:stCondLst><p:cond delay="0"/></p:stCondLst><p:childTnLst><p:set><p:cBhvr><p:cTn id="56" dur="O(n²)" fill="hold"><p:stCondLst><p:cond delay="0"/></p:stCondLst></p:cTn><p:tgtEl><p:spTgt spid="O(1)6"/></p:tgtEl><p:attrNameLst><p:attrName>style.visibility</p:attrName></p:attrNameLst></p:cBhvr><p:to><p:strVal val="visible"/></p:to></p:set><p:animEffect transition="in" filter="fade"><p:cBhvr><p:cTn id="57" dur="O(n²)000"/><p:tgtEl><p:spTgt spid="O(1)6"/></p:tgtEl></p:cBhvr></p:animEffect><p:anim calcmode="lin" valueType="num"><p:cBhvr><p:cTn id="58" dur="O(n²)000" fill="hold"/><p:tgtEl><p:spTgt spid="O(1)6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59" dur="O(n²)000" fill="hold"/><p:tgtEl><p:spTgt spid="O(1)6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60" presetID="O(n²)O(1)" presetClass="entr" presetSubtype="0" fill="hold" grpId="0" nodeType="withEffect"><p:stCondLst><p:cond delay="0"/></p:stCondLst><p:childTnLst><p:set><p:cBhvr><p:cTn id="6O(n²)" dur="O(n²)" fill="hold"><p:stCondLst><p:cond delay="0"/></p:stCondLst></p:cTn><p:tgtEl><p:spTgt spid="O(1)7"/></p:tgtEl><p:attrNameLst><p:attrName>style.visibility</p:attrName></p:attrNameLst></p:cBhvr><p:to><p:strVal val="visible"/></p:to></p:set><p:animEffect transition="in" filter="fade"><p:cBhvr><p:cTn id="6O(1)" dur="O(n²)000"/><p:tgtEl><p:spTgt spid="O(1)7"/></p:tgtEl></p:cBhvr></p:animEffect><p:anim calcmode="lin" valueType="num"><p:cBhvr><p:cTn id="6O(1)" dur="O(n²)000" fill="hold"/><p:tgtEl><p:spTgt spid="O(1)7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6O(n²)" dur="O(n²)000" fill="hold"/><p:tgtEl><p:spTgt spid="O(1)7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/p:childTnLst></p:cTn></p:par></p:childTnLst></p:cTn></p:par><p:par><p:cTn id="65" fill="hold"><p:stCondLst><p:cond delay="indefinite"/></p:stCondLst><p:childTnLst><p:par><p:cTn id="66" fill="hold"><p:stCondLst><p:cond delay="0"/></p:stCondLst><p:childTnLst><p:par><p:cTn id="67" presetID="O(n²)O(1)" presetClass="entr" presetSubtype="0" fill="hold" grpId="0" nodeType="clickEffect"><p:stCondLst><p:cond delay="0"/></p:stCondLst><p:childTnLst><p:set><p:cBhvr><p:cTn id="68" dur="O(n²)" fill="hold"><p:stCondLst><p:cond delay="0"/></p:stCondLst></p:cTn><p:tgtEl><p:spTgt spid="O(1)8"/></p:tgtEl><p:attrNameLst><p:attrName>style.visibility</p:attrName></p:attrNameLst></p:cBhvr><p:to><p:strVal val="visible"/></p:to></p:set><p:animEffect transition="in" filter="fade"><p:cBhvr><p:cTn id="69" dur="O(n²)000"/><p:tgtEl><p:spTgt spid="O(1)8"/></p:tgtEl></p:cBhvr></p:animEffect><p:anim calcmode="lin" valueType="num"><p:cBhvr><p:cTn id="70" dur="O(n²)000" fill="hold"/><p:tgtEl><p:spTgt spid="O(1)8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7O(n²)" dur="O(n²)000" fill="hold"/><p:tgtEl><p:spTgt spid="O(1)8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7O(1)" presetID="O(n²)O(1)" presetClass="entr" presetSubtype="0" fill="hold" grpId="0" nodeType="withEffect"><p:stCondLst><p:cond delay="0"/></p:stCondLst><p:childTnLst><p:set><p:cBhvr><p:cTn id="7O(1)" dur="O(n²)" fill="hold"><p:stCondLst><p:cond delay="0"/></p:stCondLst></p:cTn><p:tgtEl><p:spTgt spid="O(n²)O(n²)"/></p:tgtEl><p:attrNameLst><p:attrName>style.visibility</p:attrName></p:attrNameLst></p:cBhvr><p:to><p:strVal val="visible"/></p:to></p:set><p:animEffect transition="in" filter="fade"><p:cBhvr><p:cTn id="7O(n²)" dur="O(n²)000"/><p:tgtEl><p:spTgt spid="O(n²)O(n²)"/></p:tgtEl></p:cBhvr></p:animEffect><p:anim calcmode="lin" valueType="num"><p:cBhvr><p:cTn id="75" dur="O(n²)000" fill="hold"/><p:tgtEl><p:spTgt spid="O(n²)O(n²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76" dur="O(n²)000" fill="hold"/><p:tgtEl><p:spTgt spid="O(n²)O(n²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77" presetID="O(n²)O(1)" presetClass="entr" presetSubtype="0" fill="hold" grpId="0" nodeType="withEffect"><p:stCondLst><p:cond delay="0"/></p:stCondLst><p:childTnLst><p:set><p:cBhvr><p:cTn id="78" dur="O(n²)" fill="hold"><p:stCondLst><p:cond delay="0"/></p:stCondLst></p:cTn><p:tgtEl><p:spTgt spid="66"/></p:tgtEl><p:attrNameLst><p:attrName>style.visibility</p:attrName></p:attrNameLst></p:cBhvr><p:to><p:strVal val="visible"/></p:to></p:set><p:animEffect transition="in" filter="fade"><p:cBhvr><p:cTn id="79" dur="O(n²)000"/><p:tgtEl><p:spTgt spid="66"/></p:tgtEl></p:cBhvr></p:animEffect><p:anim calcmode="lin" valueType="num"><p:cBhvr><p:cTn id="80" dur="O(n²)000" fill="hold"/><p:tgtEl><p:spTgt spid="66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8O(n²)" dur="O(n²)000" fill="hold"/><p:tgtEl><p:spTgt spid="66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8O(1)" presetID="O(n²)O(1)" presetClass="entr" presetSubtype="0" fill="hold" grpId="0" nodeType="withEffect"><p:stCondLst><p:cond delay="0"/></p:stCondLst><p:childTnLst><p:set><p:cBhvr><p:cTn id="8O(1)" dur="O(n²)" fill="hold"><p:stCondLst><p:cond delay="0"/></p:stCondLst></p:cTn><p:tgtEl><p:spTgt spid="69"/></p:tgtEl><p:attrNameLst><p:attrName>style.visibility</p:attrName></p:attrNameLst></p:cBhvr><p:to><p:strVal val="visible"/></p:to></p:set><p:animEffect transition="in" filter="fade"><p:cBhvr><p:cTn id="8O(n²)" dur="O(n²)000"/><p:tgtEl><p:spTgt spid="69"/></p:tgtEl></p:cBhvr></p:animEffect><p:anim calcmode="lin" valueType="num"><p:cBhvr><p:cTn id="85" dur="O(n²)000" fill="hold"/><p:tgtEl><p:spTgt spid="69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86" dur="O(n²)000" fill="hold"/><p:tgtEl><p:spTgt spid="69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87" presetID="O(n²)O(1)" presetClass="entr" presetSubtype="0" fill="hold" grpId="0" nodeType="withEffect"><p:stCondLst><p:cond delay="0"/></p:stCondLst><p:childTnLst><p:set><p:cBhvr><p:cTn id="88" dur="O(n²)" fill="hold"><p:stCondLst><p:cond delay="0"/></p:stCondLst></p:cTn><p:tgtEl><p:spTgt spid="70"/></p:tgtEl><p:attrNameLst><p:attrName>style.visibility</p:attrName></p:attrNameLst></p:cBhvr><p:to><p:strVal val="visible"/></p:to></p:set><p:animEffect transition="in" filter="fade"><p:cBhvr><p:cTn id="89" dur="O(n²)000"/><p:tgtEl><p:spTgt spid="70"/></p:tgtEl></p:cBhvr></p:animEffect><p:anim calcmode="lin" valueType="num"><p:cBhvr><p:cTn id="90" dur="O(n²)000" fill="hold"/><p:tgtEl><p:spTgt spid="70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9O(n²)" dur="O(n²)000" fill="hold"/><p:tgtEl><p:spTgt spid="70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9O(1)" presetID="O(n²)O(1)" presetClass="entr" presetSubtype="0" fill="hold" grpId="0" nodeType="withEffect"><p:stCondLst><p:cond delay="0"/></p:stCondLst><p:childTnLst><p:set><p:cBhvr><p:cTn id="9O(1)" dur="O(n²)" fill="hold"><p:stCondLst><p:cond delay="0"/></p:stCondLst></p:cTn><p:tgtEl><p:spTgt spid="O(n²)O(n²)"/></p:tgtEl><p:attrNameLst><p:attrName>style.visibility</p:attrName></p:attrNameLst></p:cBhvr><p:to><p:strVal val="visible"/></p:to></p:set><p:animEffect transition="in" filter="fade"><p:cBhvr><p:cTn id="9O(n²)" dur="O(n²)000"/><p:tgtEl><p:spTgt spid="O(n²)O(n²)"/></p:tgtEl></p:cBhvr></p:animEffect><p:anim calcmode="lin" valueType="num"><p:cBhvr><p:cTn id="95" dur="O(n²)000" fill="hold"/><p:tgtEl><p:spTgt spid="O(n²)O(n²)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96" dur="O(n²)000" fill="hold"/><p:tgtEl><p:spTgt spid="O(n²)O(n²)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97" presetID="O(n²)O(1)" presetClass="entr" presetSubtype="0" fill="hold" grpId="0" nodeType="withEffect"><p:stCondLst><p:cond delay="0"/></p:stCondLst><p:childTnLst><p:set><p:cBhvr><p:cTn id="98" dur="O(n²)" fill="hold"><p:stCondLst><p:cond delay="0"/></p:stCondLst></p:cTn><p:tgtEl><p:spTgt spid="O(n²)0"/></p:tgtEl><p:attrNameLst><p:attrName>style.visibility</p:attrName></p:attrNameLst></p:cBhvr><p:to><p:strVal val="visible"/></p:to></p:set><p:animEffect transition="in" filter="fade"><p:cBhvr><p:cTn id="99" dur="O(n²)000"/><p:tgtEl><p:spTgt spid="O(n²)0"/></p:tgtEl></p:cBhvr></p:animEffect><p:anim calcmode="lin" valueType="num"><p:cBhvr><p:cTn id="O(n²)00" dur="O(n²)000" fill="hold"/><p:tgtEl><p:spTgt spid="O(n²)0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0O(n²)" dur="O(n²)000" fill="hold"/><p:tgtEl><p:spTgt spid="O(n²)0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p:par><p:cTn id="O(n²)0O(1)" presetID="O(n²)O(1)" presetClass="entr" presetSubtype="0" fill="hold" grpId="0" nodeType="withEffect"><p:stCondLst><p:cond delay="0"/></p:stCondLst><p:childTnLst><p:set><p:cBhvr><p:cTn id="O(n²)0O(1)" dur="O(n²)" fill="hold"><p:stCondLst><p:cond delay="0"/></p:stCondLst></p:cTn><p:tgtEl><p:spTgt spid="8"/></p:tgtEl><p:attrNameLst><p:attrName>style.visibility</p:attrName></p:attrNameLst></p:cBhvr><p:to><p:strVal val="visible"/></p:to></p:set><p:animEffect transition="in" filter="fade"><p:cBhvr><p:cTn id="O(n²)0O(n²)" dur="O(n²)000"/><p:tgtEl><p:spTgt spid="8"/></p:tgtEl></p:cBhvr></p:animEffect><p:anim calcmode="lin" valueType="num"><p:cBhvr><p:cTn id="O(n²)05" dur="O(n²)000" fill="hold"/><p:tgtEl><p:spTgt spid="8"/></p:tgtEl><p:attrNameLst><p:attrName>ppt_x</p:attrName></p:attrNameLst></p:cBhvr><p:tavLst><p:tav tm="0"><p:val><p:strVal val="#ppt_x"/></p:val></p:tav><p:tav tm="O(n²)00000"><p:val><p:strVal val="#ppt_x"/></p:val></p:tav></p:tavLst></p:anim><p:anim calcmode="lin" valueType="num"><p:cBhvr><p:cTn id="O(n²)06" dur="O(n²)000" fill="hold"/><p:tgtEl><p:spTgt spid="8"/></p:tgtEl><p:attrNameLst><p:attrName>ppt_y</p:attrName></p:attrNameLst></p:cBhvr><p:tavLst><p:tav tm="0"><p:val><p:strVal val="#ppt_y+.O(n²)"/></p:val></p:tav><p:tav tm="O(n²)00000"><p:val><p:strVal val="#ppt_y"/></p:val></p:tav></p:tavLst></p:anim></p:childTnLst></p:cTn></p:par></p:childTnLst></p:cTn></p:par></p:childTnLst></p:cTn></p:par></p:childTnLst></p:cTn><p:prevCondLst><p:cond evt="onPrev" delay="0"><p:tgtEl><p:sldTgt/></p:tgtEl></p:cond></p:prevCondLst><p:nextCondLst><p:cond evt="onNext" delay="0"><p:tgtEl><p:sldTgt/></p:tgtEl></p:cond></p:nextCondLst></p:seq></p:childTnLst></p:cTn></p:par></p:tnLst><p:bldLst><p:bldP spid="O(1)" grpId="0" bldLvl="0" animBg="O(n²)"/><p:bldP spid="6" grpId="0" bldLvl="0" animBg="O(n²)"/><p:bldP spid="O(1)7" grpId="0" bldLvl="0" animBg="O(n²)"/><p:bldP spid="O(1)8" grpId="0" bldLvl="0" animBg="O(n²)"/><p:bldP spid="7" grpId="0" bldLvl="0" animBg="O(n²)"/><p:bldP spid="O(1)O(n²)" grpId="0" bldLvl="0" animBg="O(n²)"/><p:bldP spid="O(1)O(1)" grpId="0" bldLvl="0" animBg="O(n²)"/><p:bldP spid="O(1)O(1)" grpId="0" bldLvl="0" animBg="O(n²)"/><p:bldP spid="O(1)O(n²)" grpId="0" bldLvl="0" animBg="O(n²)"/><p:bldP spid="O(1)5" grpId="0" bldLvl="0" animBg="O(n²)"/><p:bldP spid="O(1)6" grpId="0" bldLvl="0" animBg="O(n²)"/><p:bldP spid="O(1)7" grpId="0" bldLvl="0" animBg="O(n²)"/><p:bldP spid="O(1)8" grpId="0"/><p:bldP spid="O(n²)0" grpId="0"/><p:bldP spid="O(n²)O(n²)" grpId="0"/><p:bldP spid="O(n²)O(n²)" grpId="0"/><p:bldP spid="66" grpId="0"/><p:bldP spid="69" grpId="0"/><p:bldP spid="70" grpId="0"/><p:bldP spid="8" grpId="0"/></p:bldLst></p:timing>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Dijkstra最短路径算法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①初始化dist/pre/visit  ②选未访问最小dist  ③松弛更新  ④递归回溯路径  </a:t>
            </a:r>
            <a:endParaRPr lang="zh-CN" altLang="en-US">
              <a:sym typeface="+mn-ea"/>
            </a:endParaRPr>
          </a:p>
        </p:txBody>
      </p:sp>
      <p:pic>
        <p:nvPicPr>
          <p:cNvPr id="400" name="alg01.png"/>
          <p:cNvPicPr>
            <a:picLocks noChangeAspect="1"/>
          </p:cNvPicPr>
          <p:nvPr/>
        </p:nvPicPr>
        <p:blipFill>
          <a:blip r:embed="rIdImg1018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401" name="alg02.png"/>
          <p:cNvPicPr>
            <a:picLocks noChangeAspect="1"/>
          </p:cNvPicPr>
          <p:nvPr/>
        </p:nvPicPr>
        <p:blipFill>
          <a:blip r:embed="rIdImg1019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800" name="alg01.png"/>
          <p:cNvPicPr>
            <a:picLocks noChangeAspect="1"/>
          </p:cNvPicPr>
          <p:nvPr/>
        </p:nvPicPr>
        <p:blipFill>
          <a:blip r:embed="rIdN518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1" name="alg02.png"/>
          <p:cNvPicPr>
            <a:picLocks noChangeAspect="1"/>
          </p:cNvPicPr>
          <p:nvPr/>
        </p:nvPicPr>
        <p:blipFill>
          <a:blip r:embed="rIdN519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关键代码解析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①启动口令校验 ②initSystem双层for ③dijkstra三数组+松弛 ④saveMap/loadMap文件读写  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mRmNmQ1MjlhNDc0M2Y1ODQwYWExY2EzNTQxNWUxYjkifQ=="/>
</p:tagLst>
</file>

<file path=ppt/theme/theme1.xml><?xml version="1.0" encoding="utf-8"?>
<a:theme xmlns:a="http://schemas.openxmlformats.org/drawingml/2006/main" name="Office 主题">
  <a:themeElements>
    <a:clrScheme name="自定义 44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A6ECE"/>
      </a:accent1>
      <a:accent2>
        <a:srgbClr val="0F86FA"/>
      </a:accent2>
      <a:accent3>
        <a:srgbClr val="3A6ECE"/>
      </a:accent3>
      <a:accent4>
        <a:srgbClr val="0F86FA"/>
      </a:accent4>
      <a:accent5>
        <a:srgbClr val="3A6ECE"/>
      </a:accent5>
      <a:accent6>
        <a:srgbClr val="0F86FA"/>
      </a:accent6>
      <a:hlink>
        <a:srgbClr val="1B587C"/>
      </a:hlink>
      <a:folHlink>
        <a:srgbClr val="0D2C3E"/>
      </a:folHlink>
    </a:clrScheme>
    <a:fontScheme name="Temp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文字</Application>
  <PresentationFormat>宽屏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汉仪旗黑-55简</vt:lpstr>
      <vt:lpstr>汉仪中黑KW</vt:lpstr>
      <vt:lpstr>汉仪雅酷黑 65W</vt:lpstr>
      <vt:lpstr>微软雅黑</vt:lpstr>
      <vt:lpstr>Calibri</vt:lpstr>
      <vt:lpstr>宋体</vt:lpstr>
      <vt:lpstr>Times New Roman</vt:lpstr>
      <vt:lpstr>微软雅黑</vt:lpstr>
      <vt:lpstr>汉仪旗黑</vt:lpstr>
      <vt:lpstr>宋体</vt:lpstr>
      <vt:lpstr>Arial Unicode MS</vt:lpstr>
      <vt:lpstr>Helvetica Neue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lastModifiedBy>流星雨</cp:lastModifiedBy>
  <cp:revision>31</cp:revision>
  <dcterms:created xsi:type="dcterms:W3CDTF">2026-05-28T07:32:30Z</dcterms:created>
  <dcterms:modified xsi:type="dcterms:W3CDTF">2026-05-28T07:32:30Z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4C0E0F39671F11F5E063356891F38799_41</vt:lpwstr>
  </property>
  <property fmtid="{D5CDD505-2E9C-101B-9397-08002B2CF9AE}" pid="3" name="KSOProductBuildVer">
    <vt:lpwstr>2052-6.12.1.8902</vt:lpwstr>
  </property>
  <property fmtid="{D5CDD505-2E9C-101B-9397-08002B2CF9AE}" pid="4" name="KSOTemplateUUID">
    <vt:lpwstr>v1.0_mb_Vrk/DjZQoi+mlAN/T92/KQ==</vt:lpwstr>
  </property>
</Properties>
</file>