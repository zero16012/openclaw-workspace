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16"/>
  </p:handoutMasterIdLst>
  <p:sldIdLst>
    <p:sldId id="308" r:id="rId3"/>
    <p:sldId id="258" r:id="rId4"/>
    <p:sldId id="259" r:id="rId6"/>
    <p:sldId id="328" r:id="rId7"/>
    <p:sldId id="342" r:id="rId8"/>
    <p:sldId id="333" r:id="rId9"/>
    <p:sldId id="329" r:id="rId10"/>
    <p:sldId id="337" r:id="rId11"/>
    <p:sldId id="331" r:id="rId12"/>
    <p:sldId id="338" r:id="rId13"/>
    <p:sldId id="305" r:id="rId14"/>
    <p:sldId id="336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>
        <p:scale>
          <a:sx n="75" d="100"/>
          <a:sy n="75" d="100"/>
        </p:scale>
        <p:origin x="63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旗黑-55简" panose="00020600040101010101" charset="-128"/>
              </a:rPr>
            </a:fld>
            <a:endParaRPr lang="zh-CN" altLang="en-US">
              <a:latin typeface="汉仪旗黑-55简" panose="0002060004010101010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5简" panose="00020600040101010101" charset="-128"/>
        <a:ea typeface="汉仪旗黑-55简" panose="0002060004010101010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103505" y="0"/>
            <a:ext cx="11969750" cy="6859905"/>
            <a:chOff x="2445" y="1541"/>
            <a:chExt cx="14310" cy="7718"/>
          </a:xfrm>
        </p:grpSpPr>
        <p:sp>
          <p:nvSpPr>
            <p:cNvPr id="13" name="矩形 12"/>
            <p:cNvSpPr/>
            <p:nvPr/>
          </p:nvSpPr>
          <p:spPr>
            <a:xfrm>
              <a:off x="2445" y="1542"/>
              <a:ext cx="14310" cy="771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552" y="1541"/>
              <a:ext cx="14097" cy="7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C6FD2652-2B97-47A1-8E67-EC5E09C15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</a:defRPr>
            </a:lvl1pPr>
          </a:lstStyle>
          <a:p>
            <a:fld id="{A09A3755-3DA2-4949-BD8E-A6C5415D30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汉仪旗黑-55简" panose="00020600040101010101" charset="-128"/>
          <a:ea typeface="汉仪旗黑-55简" panose="00020600040101010101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28097" y="594225"/>
            <a:ext cx="8006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《基础程序设计实训》作品展</a:t>
            </a:r>
            <a:r>
              <a:rPr lang="zh-CN" altLang="en-US" sz="4400" b="0" i="0" dirty="0" smtClean="0">
                <a:solidFill>
                  <a:schemeClr val="bg1"/>
                </a:solidFill>
                <a:effectLst/>
                <a:latin typeface="汉仪雅酷黑 65W" panose="020B0604020202020204" charset="-122"/>
                <a:ea typeface="汉仪雅酷黑 65W" panose="020B0604020202020204" charset="-122"/>
              </a:rPr>
              <a:t>示</a:t>
            </a:r>
            <a:endParaRPr lang="zh-CN" altLang="en-US" sz="4400" b="0" i="0" dirty="0" smtClean="0">
              <a:solidFill>
                <a:schemeClr val="bg1"/>
              </a:solidFill>
              <a:effectLst/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91" y="2816827"/>
            <a:ext cx="5059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48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学生成</a:t>
            </a:r>
            <a:r>
              <a:rPr lang="zh-CN" altLang="en-US" sz="48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绩管理系统</a:t>
            </a:r>
            <a:endParaRPr lang="zh-CN" altLang="en-US" sz="48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7297" y="4951013"/>
            <a:ext cx="31902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汇报人学号</a:t>
            </a: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：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2501123121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  <a:p>
            <a:pPr>
              <a:defRPr/>
            </a:pP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汇报人姓名：张三</a:t>
            </a:r>
            <a:endParaRPr lang="zh-CN" alt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10220" y="5100873"/>
            <a:ext cx="21539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时间：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  <a:sym typeface="+mn-lt"/>
              </a:rPr>
              <a:t>2026-5-27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2170" y="4018915"/>
            <a:ext cx="53784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latinLnBrk="1"/>
            <a:endParaRPr sz="2000" spc="300" dirty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汉仪旗黑-55简" panose="00020600040101010101" charset="-128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42480" y="3008630"/>
            <a:ext cx="4592320" cy="313499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962765" y="3008630"/>
            <a:ext cx="229235" cy="31311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6200000">
            <a:off x="10887075" y="5187950"/>
            <a:ext cx="584200" cy="5842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42480" y="2594610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汉仪旗黑-55简" panose="00020600040101010101" charset="-128"/>
              <a:ea typeface="汉仪旗黑-55简" panose="00020600040101010101" charset="-128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4985" y="61912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392035" y="2594610"/>
            <a:ext cx="962660" cy="241300"/>
            <a:chOff x="871" y="9284"/>
            <a:chExt cx="2176" cy="546"/>
          </a:xfrm>
        </p:grpSpPr>
        <p:sp>
          <p:nvSpPr>
            <p:cNvPr id="16" name="矩形 1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877570" y="4319270"/>
            <a:ext cx="28943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buClrTx/>
              <a:buSzTx/>
              <a:buFontTx/>
              <a:defRPr/>
            </a:pP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2025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级软件工程</a:t>
            </a:r>
            <a:r>
              <a:rPr lang="en-US" altLang="zh-CN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1</a:t>
            </a:r>
            <a:r>
              <a:rPr lang="zh-CN" altLang="en-US" sz="2400" dirty="0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汉仪雅酷黑 65W" panose="020B0604020202020204" charset="-122"/>
                <a:ea typeface="汉仪雅酷黑 65W" panose="020B0604020202020204" charset="-122"/>
                <a:cs typeface="汉仪雅酷黑 65W" panose="020B0604020202020204" charset="-122"/>
                <a:sym typeface="+mn-ea"/>
              </a:rPr>
              <a:t>班</a:t>
            </a:r>
            <a:endParaRPr lang="zh-CN" altLang="en-US" sz="2400" dirty="0"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汉仪雅酷黑 65W" panose="020B0604020202020204" charset="-122"/>
              <a:ea typeface="汉仪雅酷黑 65W" panose="020B0604020202020204" charset="-122"/>
              <a:cs typeface="汉仪雅酷黑 65W" panose="020B0604020202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858127"/>
            <a:ext cx="12192000" cy="49001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957891"/>
            <a:ext cx="12192000" cy="490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68680" y="3093085"/>
            <a:ext cx="4733290" cy="313499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68680" y="2585085"/>
            <a:ext cx="125095" cy="769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201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640840" y="2584450"/>
            <a:ext cx="340995" cy="346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161540" y="2584450"/>
            <a:ext cx="340995" cy="3467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92389" y="596401"/>
            <a:ext cx="163787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0630" y="932343"/>
            <a:ext cx="187743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CONTENTS</a:t>
            </a:r>
            <a:endParaRPr lang="en-US" altLang="zh-CN" sz="2400" dirty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7" name="圆角矩形 4"/>
          <p:cNvSpPr/>
          <p:nvPr/>
        </p:nvSpPr>
        <p:spPr>
          <a:xfrm>
            <a:off x="6878320" y="326707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42" name="圆角矩形 11"/>
          <p:cNvSpPr/>
          <p:nvPr/>
        </p:nvSpPr>
        <p:spPr>
          <a:xfrm>
            <a:off x="6878320" y="5315585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58025" y="340550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058025" y="546608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子模的详细设计与实现解</a:t>
            </a:r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说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913120" y="3267710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1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13120" y="5318125"/>
            <a:ext cx="833120" cy="72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3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66915" y="3419475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圆角矩形 8"/>
          <p:cNvSpPr/>
          <p:nvPr/>
        </p:nvSpPr>
        <p:spPr>
          <a:xfrm>
            <a:off x="6878320" y="4264660"/>
            <a:ext cx="4361815" cy="725170"/>
          </a:xfrm>
          <a:prstGeom prst="roundRect">
            <a:avLst>
              <a:gd name="adj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40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8025" y="4392930"/>
            <a:ext cx="4123690" cy="46736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作品运行效果展示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13120" y="4261485"/>
            <a:ext cx="833120" cy="728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latin typeface="汉仪雅酷黑 65W" panose="020B0604020202020204" charset="-122"/>
                <a:ea typeface="汉仪雅酷黑 65W" panose="020B0604020202020204" charset="-122"/>
              </a:rPr>
              <a:t>2</a:t>
            </a:r>
            <a:endParaRPr lang="en-US" altLang="zh-CN" sz="2400">
              <a:latin typeface="汉仪雅酷黑 65W" panose="020B0604020202020204" charset="-122"/>
              <a:ea typeface="汉仪雅酷黑 65W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1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</a:t>
            </a:r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绍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第一部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6" name="Docer Falling Dust PPT demo 4"/>
          <p:cNvSpPr/>
          <p:nvPr/>
        </p:nvSpPr>
        <p:spPr>
          <a:xfrm>
            <a:off x="5587998" y="1487405"/>
            <a:ext cx="5196116" cy="2569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7" name="Docer Falling Dust PPT demo 2"/>
          <p:cNvSpPr/>
          <p:nvPr/>
        </p:nvSpPr>
        <p:spPr>
          <a:xfrm>
            <a:off x="1175657" y="1487405"/>
            <a:ext cx="4180114" cy="256902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18" name="Docer Falling Dust PPT demo 1"/>
          <p:cNvSpPr/>
          <p:nvPr/>
        </p:nvSpPr>
        <p:spPr>
          <a:xfrm>
            <a:off x="5587998" y="1487405"/>
            <a:ext cx="5196116" cy="6070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64" name="Docer Falling Dust PPT demo 9"/>
          <p:cNvSpPr/>
          <p:nvPr/>
        </p:nvSpPr>
        <p:spPr>
          <a:xfrm>
            <a:off x="6950891" y="1564291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系统简</a:t>
            </a:r>
            <a:r>
              <a:rPr lang="zh-CN" altLang="en-US" sz="2000" dirty="0" smtClean="0">
                <a:solidFill>
                  <a:schemeClr val="bg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介</a:t>
            </a:r>
            <a:endParaRPr lang="zh-CN" altLang="en-US" sz="2000" dirty="0" smtClean="0">
              <a:solidFill>
                <a:schemeClr val="bg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65" name="Docer Falling Dust PPT demo 10"/>
          <p:cNvSpPr/>
          <p:nvPr/>
        </p:nvSpPr>
        <p:spPr>
          <a:xfrm>
            <a:off x="5874748" y="2182727"/>
            <a:ext cx="4706166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。。。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19" name="Docer Falling Dust PPT demo 1"/>
          <p:cNvSpPr/>
          <p:nvPr/>
        </p:nvSpPr>
        <p:spPr>
          <a:xfrm>
            <a:off x="1139825" y="4695825"/>
            <a:ext cx="594360" cy="594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1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9" name="Docer Falling Dust PPT demo 10"/>
          <p:cNvSpPr/>
          <p:nvPr/>
        </p:nvSpPr>
        <p:spPr>
          <a:xfrm>
            <a:off x="1748790" y="506349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ym typeface="+mn-ea"/>
              </a:rPr>
              <a:t>。。。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36" name="Docer Falling Dust PPT demo 9"/>
          <p:cNvSpPr/>
          <p:nvPr/>
        </p:nvSpPr>
        <p:spPr>
          <a:xfrm>
            <a:off x="1758094" y="462878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代码量与复杂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度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0" name="Docer Falling Dust PPT demo 1"/>
          <p:cNvSpPr/>
          <p:nvPr/>
        </p:nvSpPr>
        <p:spPr>
          <a:xfrm>
            <a:off x="4535805" y="4696460"/>
            <a:ext cx="594360" cy="594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2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1" name="Docer Falling Dust PPT demo 10"/>
          <p:cNvSpPr/>
          <p:nvPr/>
        </p:nvSpPr>
        <p:spPr>
          <a:xfrm>
            <a:off x="5144770" y="5064125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展示关键结构体定义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2" name="Docer Falling Dust PPT demo 9"/>
          <p:cNvSpPr/>
          <p:nvPr/>
        </p:nvSpPr>
        <p:spPr>
          <a:xfrm>
            <a:off x="5154074" y="4629417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数据结构选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型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23" name="Docer Falling Dust PPT demo 1"/>
          <p:cNvSpPr/>
          <p:nvPr/>
        </p:nvSpPr>
        <p:spPr>
          <a:xfrm>
            <a:off x="7924800" y="4697095"/>
            <a:ext cx="594360" cy="5943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3</a:t>
            </a:r>
            <a:endParaRPr lang="en-US" altLang="zh-CN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24" name="Docer Falling Dust PPT demo 10"/>
          <p:cNvSpPr/>
          <p:nvPr/>
        </p:nvSpPr>
        <p:spPr>
          <a:xfrm>
            <a:off x="8533765" y="5064760"/>
            <a:ext cx="2214245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>
                <a:sym typeface="+mn-ea"/>
              </a:rPr>
              <a:t>。。。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27" name="Docer Falling Dust PPT demo 9"/>
          <p:cNvSpPr/>
          <p:nvPr/>
        </p:nvSpPr>
        <p:spPr>
          <a:xfrm>
            <a:off x="8543069" y="4630052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功能模块个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数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64" grpId="0"/>
      <p:bldP spid="65" grpId="0"/>
      <p:bldP spid="19" grpId="0" bldLvl="0" animBg="1"/>
      <p:bldP spid="29" grpId="0"/>
      <p:bldP spid="36" grpId="0"/>
      <p:bldP spid="20" grpId="0" bldLvl="0" animBg="1"/>
      <p:bldP spid="21" grpId="0"/>
      <p:bldP spid="22" grpId="0"/>
      <p:bldP spid="23" grpId="0" bldLvl="0" animBg="1"/>
      <p:bldP spid="2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系统架构图</a:t>
            </a:r>
            <a:endParaRPr lang="zh-CN" altLang="en-US"/>
          </a:p>
          <a:p>
            <a:pPr algn="ctr"/>
            <a:r>
              <a:rPr lang="zh-CN" altLang="en-US"/>
              <a:t>手绘或用工具绘制模块关系图（如 “学生信息管理系统” 分为 “录入模块→存储模块→统计模块”）。</a:t>
            </a:r>
            <a:endParaRPr lang="zh-CN" altLang="en-US"/>
          </a:p>
          <a:p>
            <a:pPr algn="ctr"/>
            <a:r>
              <a:rPr lang="zh-CN" altLang="en-US"/>
              <a:t>说明模块交互（如 “录入模块调用存储模块的结构体数组，统计模块读取数据后排序”）。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9930" y="1029970"/>
            <a:ext cx="1042098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系统功</a:t>
            </a: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能架构图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手绘或用工具绘制模块关系图（如 “学生信息管理系统” 分为 “录入模块→存储模块→统计模块”）。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说明模块交互（如 “录入模块调用存储模块的结构体数组，统计模块读取数据后排序”）。</a:t>
            </a:r>
            <a:endParaRPr lang="zh-CN" altLang="en-US" sz="24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系统架构图</a:t>
            </a:r>
            <a:endParaRPr lang="zh-CN" altLang="en-US"/>
          </a:p>
          <a:p>
            <a:pPr algn="ctr"/>
            <a:r>
              <a:rPr lang="zh-CN" altLang="en-US"/>
              <a:t>手绘或用工具绘制模块关系图（如 “学生信息管理系统” 分为 “录入模块→存储模块→统计模块”）。</a:t>
            </a:r>
            <a:endParaRPr lang="zh-CN" altLang="en-US"/>
          </a:p>
          <a:p>
            <a:pPr algn="ctr"/>
            <a:r>
              <a:rPr lang="zh-CN" altLang="en-US"/>
              <a:t>说明模块交互（如 “录入模块调用存储模块的结构体数组，统计模块读取数据后排序”）。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grpSp>
        <p:nvGrpSpPr>
          <p:cNvPr id="159" name="组合 159"/>
          <p:cNvGrpSpPr/>
          <p:nvPr/>
        </p:nvGrpSpPr>
        <p:grpSpPr>
          <a:xfrm>
            <a:off x="2638425" y="1130935"/>
            <a:ext cx="7687945" cy="5469890"/>
            <a:chOff x="0" y="0"/>
            <a:chExt cx="7344" cy="5079"/>
          </a:xfrm>
        </p:grpSpPr>
        <p:sp>
          <p:nvSpPr>
            <p:cNvPr id="160" name="图片 7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7344" cy="507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1" name="自选图形 8"/>
            <p:cNvSpPr>
              <a:spLocks noChangeArrowheads="1"/>
            </p:cNvSpPr>
            <p:nvPr/>
          </p:nvSpPr>
          <p:spPr bwMode="auto">
            <a:xfrm>
              <a:off x="144" y="1610"/>
              <a:ext cx="720" cy="149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eaVert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主菜单控制模块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2" name="自选图形 9"/>
            <p:cNvSpPr>
              <a:spLocks noChangeArrowheads="1"/>
            </p:cNvSpPr>
            <p:nvPr/>
          </p:nvSpPr>
          <p:spPr bwMode="auto">
            <a:xfrm>
              <a:off x="1728" y="372"/>
              <a:ext cx="1872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学生信息录入模块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3" name="自选图形 10"/>
            <p:cNvSpPr>
              <a:spLocks noChangeArrowheads="1"/>
            </p:cNvSpPr>
            <p:nvPr/>
          </p:nvSpPr>
          <p:spPr bwMode="auto">
            <a:xfrm>
              <a:off x="1728" y="111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学生信息查询模块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4" name="自选图形 11"/>
            <p:cNvSpPr>
              <a:spLocks noChangeArrowheads="1"/>
            </p:cNvSpPr>
            <p:nvPr/>
          </p:nvSpPr>
          <p:spPr bwMode="auto">
            <a:xfrm>
              <a:off x="1728" y="185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学生信息修改模块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5" name="自选图形 12"/>
            <p:cNvSpPr>
              <a:spLocks noChangeArrowheads="1"/>
            </p:cNvSpPr>
            <p:nvPr/>
          </p:nvSpPr>
          <p:spPr bwMode="auto">
            <a:xfrm>
              <a:off x="1728" y="2601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学生信息删除模块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6" name="自选图形 13"/>
            <p:cNvSpPr>
              <a:spLocks noChangeArrowheads="1"/>
            </p:cNvSpPr>
            <p:nvPr/>
          </p:nvSpPr>
          <p:spPr bwMode="auto">
            <a:xfrm>
              <a:off x="1728" y="3345"/>
              <a:ext cx="1872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学生信息插入模块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7" name="自选图形 14"/>
            <p:cNvSpPr>
              <a:spLocks noChangeArrowheads="1"/>
            </p:cNvSpPr>
            <p:nvPr/>
          </p:nvSpPr>
          <p:spPr bwMode="auto">
            <a:xfrm>
              <a:off x="1728" y="4088"/>
              <a:ext cx="1872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学生信息输出模块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8" name="自选图形 15"/>
            <p:cNvSpPr>
              <a:spLocks noChangeArrowheads="1"/>
            </p:cNvSpPr>
            <p:nvPr/>
          </p:nvSpPr>
          <p:spPr bwMode="auto">
            <a:xfrm>
              <a:off x="4608" y="867"/>
              <a:ext cx="2016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按学号查询学生信息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69" name="自选图形 16"/>
            <p:cNvSpPr>
              <a:spLocks noChangeArrowheads="1"/>
            </p:cNvSpPr>
            <p:nvPr/>
          </p:nvSpPr>
          <p:spPr bwMode="auto">
            <a:xfrm>
              <a:off x="4608" y="1487"/>
              <a:ext cx="2028" cy="370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按姓名查询学生信息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0" name="自选图形 17"/>
            <p:cNvSpPr>
              <a:spLocks noChangeArrowheads="1"/>
            </p:cNvSpPr>
            <p:nvPr/>
          </p:nvSpPr>
          <p:spPr bwMode="auto">
            <a:xfrm>
              <a:off x="4608" y="3716"/>
              <a:ext cx="2304" cy="372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输出优秀学生相关信息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171" name="自选图形 18"/>
            <p:cNvSpPr>
              <a:spLocks noChangeArrowheads="1"/>
            </p:cNvSpPr>
            <p:nvPr/>
          </p:nvSpPr>
          <p:spPr bwMode="auto">
            <a:xfrm>
              <a:off x="4608" y="4460"/>
              <a:ext cx="2160" cy="371"/>
            </a:xfrm>
            <a:prstGeom prst="flowChartProcess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altLang="zh-CN" sz="1600" b="1" kern="100">
                  <a:latin typeface="Calibri"/>
                  <a:ea typeface="宋体"/>
                  <a:cs typeface="Times New Roman" panose="02020503050405090304"/>
                  <a:sym typeface="Times New Roman" panose="02020503050405090304"/>
                </a:rPr>
                <a:t>输出不及格学生信息</a:t>
              </a:r>
              <a:endParaRPr lang="en-US" altLang="zh-CN" sz="1600" b="1" kern="100">
                <a:latin typeface="Calibri"/>
                <a:ea typeface="宋体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172" name="直线 19"/>
            <p:cNvCxnSpPr>
              <a:cxnSpLocks noChangeShapeType="1"/>
            </p:cNvCxnSpPr>
            <p:nvPr/>
          </p:nvCxnSpPr>
          <p:spPr bwMode="auto">
            <a:xfrm>
              <a:off x="864" y="2354"/>
              <a:ext cx="288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3" name="直线 20"/>
            <p:cNvCxnSpPr>
              <a:cxnSpLocks noChangeShapeType="1"/>
            </p:cNvCxnSpPr>
            <p:nvPr/>
          </p:nvCxnSpPr>
          <p:spPr bwMode="auto">
            <a:xfrm>
              <a:off x="1152" y="619"/>
              <a:ext cx="1" cy="359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4" name="直线 21"/>
            <p:cNvCxnSpPr>
              <a:cxnSpLocks noChangeShapeType="1"/>
            </p:cNvCxnSpPr>
            <p:nvPr/>
          </p:nvCxnSpPr>
          <p:spPr bwMode="auto">
            <a:xfrm>
              <a:off x="1152" y="61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5" name="直线 22"/>
            <p:cNvCxnSpPr>
              <a:cxnSpLocks noChangeShapeType="1"/>
            </p:cNvCxnSpPr>
            <p:nvPr/>
          </p:nvCxnSpPr>
          <p:spPr bwMode="auto">
            <a:xfrm>
              <a:off x="1152" y="4212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6" name="直线 23"/>
            <p:cNvCxnSpPr>
              <a:cxnSpLocks noChangeShapeType="1"/>
            </p:cNvCxnSpPr>
            <p:nvPr/>
          </p:nvCxnSpPr>
          <p:spPr bwMode="auto">
            <a:xfrm>
              <a:off x="1152" y="1363"/>
              <a:ext cx="0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7" name="直线 24"/>
            <p:cNvCxnSpPr>
              <a:cxnSpLocks noChangeShapeType="1"/>
            </p:cNvCxnSpPr>
            <p:nvPr/>
          </p:nvCxnSpPr>
          <p:spPr bwMode="auto">
            <a:xfrm>
              <a:off x="1152" y="1239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8" name="直线 25"/>
            <p:cNvCxnSpPr>
              <a:cxnSpLocks noChangeShapeType="1"/>
            </p:cNvCxnSpPr>
            <p:nvPr/>
          </p:nvCxnSpPr>
          <p:spPr bwMode="auto">
            <a:xfrm>
              <a:off x="1152" y="198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79" name="直线 26"/>
            <p:cNvCxnSpPr>
              <a:cxnSpLocks noChangeShapeType="1"/>
            </p:cNvCxnSpPr>
            <p:nvPr/>
          </p:nvCxnSpPr>
          <p:spPr bwMode="auto">
            <a:xfrm>
              <a:off x="1152" y="2849"/>
              <a:ext cx="57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0" name="直线 27"/>
            <p:cNvCxnSpPr>
              <a:cxnSpLocks noChangeShapeType="1"/>
            </p:cNvCxnSpPr>
            <p:nvPr/>
          </p:nvCxnSpPr>
          <p:spPr bwMode="auto">
            <a:xfrm>
              <a:off x="1152" y="3592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1" name="直线 28"/>
            <p:cNvCxnSpPr>
              <a:cxnSpLocks noChangeShapeType="1"/>
            </p:cNvCxnSpPr>
            <p:nvPr/>
          </p:nvCxnSpPr>
          <p:spPr bwMode="auto">
            <a:xfrm>
              <a:off x="3600" y="1239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2" name="直线 29"/>
            <p:cNvCxnSpPr>
              <a:cxnSpLocks noChangeShapeType="1"/>
            </p:cNvCxnSpPr>
            <p:nvPr/>
          </p:nvCxnSpPr>
          <p:spPr bwMode="auto">
            <a:xfrm>
              <a:off x="4032" y="991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3" name="直线 30"/>
            <p:cNvCxnSpPr>
              <a:cxnSpLocks noChangeShapeType="1"/>
            </p:cNvCxnSpPr>
            <p:nvPr/>
          </p:nvCxnSpPr>
          <p:spPr bwMode="auto">
            <a:xfrm>
              <a:off x="4032" y="991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4" name="直线 31"/>
            <p:cNvCxnSpPr>
              <a:cxnSpLocks noChangeShapeType="1"/>
            </p:cNvCxnSpPr>
            <p:nvPr/>
          </p:nvCxnSpPr>
          <p:spPr bwMode="auto">
            <a:xfrm>
              <a:off x="4032" y="1610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5" name="直线 32"/>
            <p:cNvCxnSpPr>
              <a:cxnSpLocks noChangeShapeType="1"/>
            </p:cNvCxnSpPr>
            <p:nvPr/>
          </p:nvCxnSpPr>
          <p:spPr bwMode="auto">
            <a:xfrm>
              <a:off x="3600" y="4212"/>
              <a:ext cx="43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6" name="直线 33"/>
            <p:cNvCxnSpPr>
              <a:cxnSpLocks noChangeShapeType="1"/>
            </p:cNvCxnSpPr>
            <p:nvPr/>
          </p:nvCxnSpPr>
          <p:spPr bwMode="auto">
            <a:xfrm>
              <a:off x="4032" y="3964"/>
              <a:ext cx="1" cy="61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7" name="直线 34"/>
            <p:cNvCxnSpPr>
              <a:cxnSpLocks noChangeShapeType="1"/>
            </p:cNvCxnSpPr>
            <p:nvPr/>
          </p:nvCxnSpPr>
          <p:spPr bwMode="auto">
            <a:xfrm>
              <a:off x="4032" y="3964"/>
              <a:ext cx="576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  <p:cxnSp>
          <p:nvCxnSpPr>
            <p:cNvPr id="188" name="直线 35"/>
            <p:cNvCxnSpPr>
              <a:cxnSpLocks noChangeShapeType="1"/>
            </p:cNvCxnSpPr>
            <p:nvPr/>
          </p:nvCxnSpPr>
          <p:spPr bwMode="auto">
            <a:xfrm>
              <a:off x="4032" y="4583"/>
              <a:ext cx="576" cy="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2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3760" y="2977515"/>
            <a:ext cx="5739130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作品运行效果展示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二部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 系统功能演示与测试用例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14015" y="300418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 系统功能演示与测试用例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70" y="979170"/>
            <a:ext cx="12190730" cy="4900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11208" y="961708"/>
            <a:ext cx="3569585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695" dirty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3</a:t>
            </a:r>
            <a:endParaRPr lang="en-US" altLang="zh-CN" sz="28695" dirty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83205" y="2977515"/>
            <a:ext cx="7394575" cy="768350"/>
          </a:xfrm>
          <a:prstGeom prst="rect">
            <a:avLst/>
          </a:prstGeom>
          <a:solidFill>
            <a:srgbClr val="EFEFEF"/>
          </a:solidFill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400" dirty="0" smtClean="0">
                <a:solidFill>
                  <a:schemeClr val="accent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子模的详细设计与实现解说</a:t>
            </a:r>
            <a:endParaRPr lang="zh-CN" altLang="en-US" sz="4400" dirty="0" smtClean="0">
              <a:solidFill>
                <a:schemeClr val="accent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4771342" y="4897298"/>
            <a:ext cx="28779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第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三部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+mn-lt"/>
              </a:rPr>
              <a:t>分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8785" y="5353050"/>
            <a:ext cx="962660" cy="241300"/>
            <a:chOff x="871" y="9284"/>
            <a:chExt cx="2176" cy="546"/>
          </a:xfrm>
        </p:grpSpPr>
        <p:sp>
          <p:nvSpPr>
            <p:cNvPr id="25" name="矩形 24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928985" y="1263650"/>
            <a:ext cx="962660" cy="241300"/>
            <a:chOff x="871" y="9284"/>
            <a:chExt cx="2176" cy="546"/>
          </a:xfrm>
        </p:grpSpPr>
        <p:sp>
          <p:nvSpPr>
            <p:cNvPr id="6" name="矩形 5"/>
            <p:cNvSpPr/>
            <p:nvPr/>
          </p:nvSpPr>
          <p:spPr>
            <a:xfrm>
              <a:off x="87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11" y="9284"/>
              <a:ext cx="537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531100" y="-7562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52575" y="978853"/>
            <a:ext cx="9086850" cy="4900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0840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模块技术解</a:t>
            </a:r>
            <a:r>
              <a:rPr lang="zh-CN" altLang="en-US" sz="2400" dirty="0" smtClean="0"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说</a:t>
            </a:r>
            <a:endParaRPr lang="zh-CN" altLang="en-US" sz="2400" dirty="0" smtClean="0"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3" name="Docer Falling Dust PPT demo 4"/>
          <p:cNvSpPr>
            <a:spLocks noChangeArrowheads="1"/>
          </p:cNvSpPr>
          <p:nvPr/>
        </p:nvSpPr>
        <p:spPr bwMode="auto">
          <a:xfrm>
            <a:off x="3593367" y="3505963"/>
            <a:ext cx="2199748" cy="3352037"/>
          </a:xfrm>
          <a:custGeom>
            <a:avLst/>
            <a:gdLst>
              <a:gd name="T0" fmla="*/ 1028700 w 2419350"/>
              <a:gd name="T1" fmla="*/ 542925 h 3686175"/>
              <a:gd name="T2" fmla="*/ 819150 w 2419350"/>
              <a:gd name="T3" fmla="*/ 657225 h 3686175"/>
              <a:gd name="T4" fmla="*/ 1019175 w 2419350"/>
              <a:gd name="T5" fmla="*/ 0 h 3686175"/>
              <a:gd name="T6" fmla="*/ 1647825 w 2419350"/>
              <a:gd name="T7" fmla="*/ 190500 h 3686175"/>
              <a:gd name="T8" fmla="*/ 1485900 w 2419350"/>
              <a:gd name="T9" fmla="*/ 295275 h 3686175"/>
              <a:gd name="T10" fmla="*/ 2419350 w 2419350"/>
              <a:gd name="T11" fmla="*/ 2000250 h 3686175"/>
              <a:gd name="T12" fmla="*/ 1295400 w 2419350"/>
              <a:gd name="T13" fmla="*/ 3686175 h 3686175"/>
              <a:gd name="T14" fmla="*/ 0 w 2419350"/>
              <a:gd name="T15" fmla="*/ 3686175 h 3686175"/>
              <a:gd name="T16" fmla="*/ 2209800 w 2419350"/>
              <a:gd name="T17" fmla="*/ 2000250 h 3686175"/>
              <a:gd name="T18" fmla="*/ 1028700 w 2419350"/>
              <a:gd name="T19" fmla="*/ 542925 h 36861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19350"/>
              <a:gd name="T31" fmla="*/ 0 h 3686175"/>
              <a:gd name="T32" fmla="*/ 2419350 w 2419350"/>
              <a:gd name="T33" fmla="*/ 3686175 h 36861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19350" h="3686175">
                <a:moveTo>
                  <a:pt x="1028700" y="542925"/>
                </a:moveTo>
                <a:lnTo>
                  <a:pt x="819150" y="657225"/>
                </a:lnTo>
                <a:lnTo>
                  <a:pt x="1019175" y="0"/>
                </a:lnTo>
                <a:lnTo>
                  <a:pt x="1647825" y="190500"/>
                </a:lnTo>
                <a:lnTo>
                  <a:pt x="1485900" y="295275"/>
                </a:lnTo>
                <a:lnTo>
                  <a:pt x="2419350" y="2000250"/>
                </a:lnTo>
                <a:lnTo>
                  <a:pt x="1295400" y="3686175"/>
                </a:lnTo>
                <a:lnTo>
                  <a:pt x="0" y="3686175"/>
                </a:lnTo>
                <a:lnTo>
                  <a:pt x="2209800" y="2000250"/>
                </a:lnTo>
                <a:lnTo>
                  <a:pt x="1028700" y="5429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6" name="Docer Falling Dust PPT demo 3"/>
          <p:cNvSpPr>
            <a:spLocks noChangeArrowheads="1"/>
          </p:cNvSpPr>
          <p:nvPr/>
        </p:nvSpPr>
        <p:spPr bwMode="auto">
          <a:xfrm>
            <a:off x="4771185" y="2951619"/>
            <a:ext cx="1203798" cy="3906379"/>
          </a:xfrm>
          <a:custGeom>
            <a:avLst/>
            <a:gdLst>
              <a:gd name="T0" fmla="*/ 1257300 w 1323975"/>
              <a:gd name="T1" fmla="*/ 352425 h 4295775"/>
              <a:gd name="T2" fmla="*/ 733425 w 1323975"/>
              <a:gd name="T3" fmla="*/ 0 h 4295775"/>
              <a:gd name="T4" fmla="*/ 352425 w 1323975"/>
              <a:gd name="T5" fmla="*/ 552450 h 4295775"/>
              <a:gd name="T6" fmla="*/ 542925 w 1323975"/>
              <a:gd name="T7" fmla="*/ 523875 h 4295775"/>
              <a:gd name="T8" fmla="*/ 1123950 w 1323975"/>
              <a:gd name="T9" fmla="*/ 2609850 h 4295775"/>
              <a:gd name="T10" fmla="*/ 0 w 1323975"/>
              <a:gd name="T11" fmla="*/ 4295775 h 4295775"/>
              <a:gd name="T12" fmla="*/ 1323975 w 1323975"/>
              <a:gd name="T13" fmla="*/ 4295775 h 4295775"/>
              <a:gd name="T14" fmla="*/ 1323975 w 1323975"/>
              <a:gd name="T15" fmla="*/ 2600325 h 4295775"/>
              <a:gd name="T16" fmla="*/ 1085850 w 1323975"/>
              <a:gd name="T17" fmla="*/ 390525 h 4295775"/>
              <a:gd name="T18" fmla="*/ 1257300 w 1323975"/>
              <a:gd name="T19" fmla="*/ 352425 h 42957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23975"/>
              <a:gd name="T31" fmla="*/ 0 h 4295775"/>
              <a:gd name="T32" fmla="*/ 1323975 w 1323975"/>
              <a:gd name="T33" fmla="*/ 4295775 h 42957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23975" h="4295775">
                <a:moveTo>
                  <a:pt x="1257300" y="352425"/>
                </a:moveTo>
                <a:lnTo>
                  <a:pt x="733425" y="0"/>
                </a:lnTo>
                <a:lnTo>
                  <a:pt x="352425" y="552450"/>
                </a:lnTo>
                <a:lnTo>
                  <a:pt x="542925" y="523875"/>
                </a:lnTo>
                <a:lnTo>
                  <a:pt x="1123950" y="2609850"/>
                </a:lnTo>
                <a:lnTo>
                  <a:pt x="0" y="4295775"/>
                </a:lnTo>
                <a:lnTo>
                  <a:pt x="1323975" y="4295775"/>
                </a:lnTo>
                <a:lnTo>
                  <a:pt x="1323975" y="2600325"/>
                </a:lnTo>
                <a:lnTo>
                  <a:pt x="1085850" y="390525"/>
                </a:lnTo>
                <a:lnTo>
                  <a:pt x="1257300" y="3524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27" name="Docer Falling Dust PPT demo 2"/>
          <p:cNvSpPr>
            <a:spLocks noChangeArrowheads="1"/>
          </p:cNvSpPr>
          <p:nvPr/>
        </p:nvSpPr>
        <p:spPr bwMode="auto">
          <a:xfrm flipH="1">
            <a:off x="6156852" y="3505963"/>
            <a:ext cx="2199748" cy="3352037"/>
          </a:xfrm>
          <a:custGeom>
            <a:avLst/>
            <a:gdLst>
              <a:gd name="T0" fmla="*/ 1028700 w 2419350"/>
              <a:gd name="T1" fmla="*/ 542925 h 3686175"/>
              <a:gd name="T2" fmla="*/ 819150 w 2419350"/>
              <a:gd name="T3" fmla="*/ 657225 h 3686175"/>
              <a:gd name="T4" fmla="*/ 1019175 w 2419350"/>
              <a:gd name="T5" fmla="*/ 0 h 3686175"/>
              <a:gd name="T6" fmla="*/ 1647825 w 2419350"/>
              <a:gd name="T7" fmla="*/ 190500 h 3686175"/>
              <a:gd name="T8" fmla="*/ 1485900 w 2419350"/>
              <a:gd name="T9" fmla="*/ 295275 h 3686175"/>
              <a:gd name="T10" fmla="*/ 2419350 w 2419350"/>
              <a:gd name="T11" fmla="*/ 2000250 h 3686175"/>
              <a:gd name="T12" fmla="*/ 1295400 w 2419350"/>
              <a:gd name="T13" fmla="*/ 3686175 h 3686175"/>
              <a:gd name="T14" fmla="*/ 0 w 2419350"/>
              <a:gd name="T15" fmla="*/ 3686175 h 3686175"/>
              <a:gd name="T16" fmla="*/ 2209800 w 2419350"/>
              <a:gd name="T17" fmla="*/ 2000250 h 3686175"/>
              <a:gd name="T18" fmla="*/ 1028700 w 2419350"/>
              <a:gd name="T19" fmla="*/ 542925 h 36861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19350"/>
              <a:gd name="T31" fmla="*/ 0 h 3686175"/>
              <a:gd name="T32" fmla="*/ 2419350 w 2419350"/>
              <a:gd name="T33" fmla="*/ 3686175 h 36861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19350" h="3686175">
                <a:moveTo>
                  <a:pt x="1028700" y="542925"/>
                </a:moveTo>
                <a:lnTo>
                  <a:pt x="819150" y="657225"/>
                </a:lnTo>
                <a:lnTo>
                  <a:pt x="1019175" y="0"/>
                </a:lnTo>
                <a:lnTo>
                  <a:pt x="1647825" y="190500"/>
                </a:lnTo>
                <a:lnTo>
                  <a:pt x="1485900" y="295275"/>
                </a:lnTo>
                <a:lnTo>
                  <a:pt x="2419350" y="2000250"/>
                </a:lnTo>
                <a:lnTo>
                  <a:pt x="1295400" y="3686175"/>
                </a:lnTo>
                <a:lnTo>
                  <a:pt x="0" y="3686175"/>
                </a:lnTo>
                <a:lnTo>
                  <a:pt x="2209800" y="2000250"/>
                </a:lnTo>
                <a:lnTo>
                  <a:pt x="1028700" y="5429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28" name="Docer Falling Dust PPT demo 1"/>
          <p:cNvSpPr>
            <a:spLocks noChangeArrowheads="1"/>
          </p:cNvSpPr>
          <p:nvPr/>
        </p:nvSpPr>
        <p:spPr bwMode="auto">
          <a:xfrm flipH="1">
            <a:off x="5974984" y="2951619"/>
            <a:ext cx="1203798" cy="3906379"/>
          </a:xfrm>
          <a:custGeom>
            <a:avLst/>
            <a:gdLst>
              <a:gd name="T0" fmla="*/ 1257300 w 1323975"/>
              <a:gd name="T1" fmla="*/ 352425 h 4295775"/>
              <a:gd name="T2" fmla="*/ 733425 w 1323975"/>
              <a:gd name="T3" fmla="*/ 0 h 4295775"/>
              <a:gd name="T4" fmla="*/ 352425 w 1323975"/>
              <a:gd name="T5" fmla="*/ 552450 h 4295775"/>
              <a:gd name="T6" fmla="*/ 542925 w 1323975"/>
              <a:gd name="T7" fmla="*/ 523875 h 4295775"/>
              <a:gd name="T8" fmla="*/ 1123950 w 1323975"/>
              <a:gd name="T9" fmla="*/ 2609850 h 4295775"/>
              <a:gd name="T10" fmla="*/ 0 w 1323975"/>
              <a:gd name="T11" fmla="*/ 4295775 h 4295775"/>
              <a:gd name="T12" fmla="*/ 1323975 w 1323975"/>
              <a:gd name="T13" fmla="*/ 4295775 h 4295775"/>
              <a:gd name="T14" fmla="*/ 1323975 w 1323975"/>
              <a:gd name="T15" fmla="*/ 2600325 h 4295775"/>
              <a:gd name="T16" fmla="*/ 1085850 w 1323975"/>
              <a:gd name="T17" fmla="*/ 390525 h 4295775"/>
              <a:gd name="T18" fmla="*/ 1257300 w 1323975"/>
              <a:gd name="T19" fmla="*/ 352425 h 42957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23975"/>
              <a:gd name="T31" fmla="*/ 0 h 4295775"/>
              <a:gd name="T32" fmla="*/ 1323975 w 1323975"/>
              <a:gd name="T33" fmla="*/ 4295775 h 42957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23975" h="4295775">
                <a:moveTo>
                  <a:pt x="1257300" y="352425"/>
                </a:moveTo>
                <a:lnTo>
                  <a:pt x="733425" y="0"/>
                </a:lnTo>
                <a:lnTo>
                  <a:pt x="352425" y="552450"/>
                </a:lnTo>
                <a:lnTo>
                  <a:pt x="542925" y="523875"/>
                </a:lnTo>
                <a:lnTo>
                  <a:pt x="1123950" y="2609850"/>
                </a:lnTo>
                <a:lnTo>
                  <a:pt x="0" y="4295775"/>
                </a:lnTo>
                <a:lnTo>
                  <a:pt x="1323975" y="4295775"/>
                </a:lnTo>
                <a:lnTo>
                  <a:pt x="1323975" y="2600325"/>
                </a:lnTo>
                <a:lnTo>
                  <a:pt x="1085850" y="390525"/>
                </a:lnTo>
                <a:lnTo>
                  <a:pt x="1257300" y="3524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68580" tIns="34290" rIns="68580" bIns="34290" anchor="ctr"/>
          <a:p>
            <a:pPr algn="ctr"/>
            <a:endParaRPr lang="zh-CN" altLang="zh-CN">
              <a:solidFill>
                <a:srgbClr val="FFFFFF"/>
              </a:solidFill>
              <a:latin typeface="汉仪旗黑-55简" panose="00020600040101010101" charset="-128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7" name="Docer Falling Dust PPT demo 4"/>
          <p:cNvSpPr/>
          <p:nvPr/>
        </p:nvSpPr>
        <p:spPr>
          <a:xfrm>
            <a:off x="7631520" y="3024384"/>
            <a:ext cx="635000" cy="635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4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1" name="Docer Falling Dust PPT demo 3"/>
          <p:cNvSpPr/>
          <p:nvPr/>
        </p:nvSpPr>
        <p:spPr>
          <a:xfrm>
            <a:off x="6284962" y="2182856"/>
            <a:ext cx="635000" cy="635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3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2" name="Docer Falling Dust PPT demo 2"/>
          <p:cNvSpPr/>
          <p:nvPr/>
        </p:nvSpPr>
        <p:spPr>
          <a:xfrm>
            <a:off x="5043711" y="2182856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2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3" name="Docer Falling Dust PPT demo 1"/>
          <p:cNvSpPr/>
          <p:nvPr/>
        </p:nvSpPr>
        <p:spPr>
          <a:xfrm>
            <a:off x="3727751" y="3024384"/>
            <a:ext cx="635000" cy="635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 smtClean="0">
                <a:latin typeface="汉仪旗黑-55简" panose="00020600040101010101" charset="-128"/>
                <a:ea typeface="汉仪旗黑-55简" panose="00020600040101010101" charset="-128"/>
                <a:cs typeface="汉仪旗黑-55简" panose="00020600040101010101" charset="-128"/>
              </a:rPr>
              <a:t>1</a:t>
            </a:r>
            <a:endParaRPr lang="en-US" altLang="zh-CN" dirty="0" smtClean="0">
              <a:latin typeface="汉仪旗黑-55简" panose="00020600040101010101" charset="-128"/>
              <a:ea typeface="汉仪旗黑-55简" panose="00020600040101010101" charset="-128"/>
              <a:cs typeface="汉仪旗黑-55简" panose="00020600040101010101" charset="-128"/>
            </a:endParaRPr>
          </a:p>
        </p:txBody>
      </p:sp>
      <p:sp>
        <p:nvSpPr>
          <p:cNvPr id="34" name="Docer Falling Dust PPT demo 4"/>
          <p:cNvSpPr>
            <a:spLocks noEditPoints="1"/>
          </p:cNvSpPr>
          <p:nvPr/>
        </p:nvSpPr>
        <p:spPr bwMode="auto">
          <a:xfrm>
            <a:off x="4375523" y="6314295"/>
            <a:ext cx="395661" cy="430203"/>
          </a:xfrm>
          <a:custGeom>
            <a:avLst/>
            <a:gdLst>
              <a:gd name="T0" fmla="*/ 324 w 504"/>
              <a:gd name="T1" fmla="*/ 550 h 550"/>
              <a:gd name="T2" fmla="*/ 387 w 504"/>
              <a:gd name="T3" fmla="*/ 308 h 550"/>
              <a:gd name="T4" fmla="*/ 416 w 504"/>
              <a:gd name="T5" fmla="*/ 482 h 550"/>
              <a:gd name="T6" fmla="*/ 398 w 504"/>
              <a:gd name="T7" fmla="*/ 488 h 550"/>
              <a:gd name="T8" fmla="*/ 387 w 504"/>
              <a:gd name="T9" fmla="*/ 478 h 550"/>
              <a:gd name="T10" fmla="*/ 374 w 504"/>
              <a:gd name="T11" fmla="*/ 467 h 550"/>
              <a:gd name="T12" fmla="*/ 350 w 504"/>
              <a:gd name="T13" fmla="*/ 464 h 550"/>
              <a:gd name="T14" fmla="*/ 331 w 504"/>
              <a:gd name="T15" fmla="*/ 449 h 550"/>
              <a:gd name="T16" fmla="*/ 362 w 504"/>
              <a:gd name="T17" fmla="*/ 352 h 550"/>
              <a:gd name="T18" fmla="*/ 307 w 504"/>
              <a:gd name="T19" fmla="*/ 441 h 550"/>
              <a:gd name="T20" fmla="*/ 296 w 504"/>
              <a:gd name="T21" fmla="*/ 434 h 550"/>
              <a:gd name="T22" fmla="*/ 290 w 504"/>
              <a:gd name="T23" fmla="*/ 419 h 550"/>
              <a:gd name="T24" fmla="*/ 339 w 504"/>
              <a:gd name="T25" fmla="*/ 323 h 550"/>
              <a:gd name="T26" fmla="*/ 132 w 504"/>
              <a:gd name="T27" fmla="*/ 179 h 550"/>
              <a:gd name="T28" fmla="*/ 131 w 504"/>
              <a:gd name="T29" fmla="*/ 120 h 550"/>
              <a:gd name="T30" fmla="*/ 139 w 504"/>
              <a:gd name="T31" fmla="*/ 83 h 550"/>
              <a:gd name="T32" fmla="*/ 162 w 504"/>
              <a:gd name="T33" fmla="*/ 76 h 550"/>
              <a:gd name="T34" fmla="*/ 206 w 504"/>
              <a:gd name="T35" fmla="*/ 81 h 550"/>
              <a:gd name="T36" fmla="*/ 257 w 504"/>
              <a:gd name="T37" fmla="*/ 88 h 550"/>
              <a:gd name="T38" fmla="*/ 289 w 504"/>
              <a:gd name="T39" fmla="*/ 85 h 550"/>
              <a:gd name="T40" fmla="*/ 295 w 504"/>
              <a:gd name="T41" fmla="*/ 152 h 550"/>
              <a:gd name="T42" fmla="*/ 307 w 504"/>
              <a:gd name="T43" fmla="*/ 168 h 550"/>
              <a:gd name="T44" fmla="*/ 320 w 504"/>
              <a:gd name="T45" fmla="*/ 150 h 550"/>
              <a:gd name="T46" fmla="*/ 322 w 504"/>
              <a:gd name="T47" fmla="*/ 122 h 550"/>
              <a:gd name="T48" fmla="*/ 318 w 504"/>
              <a:gd name="T49" fmla="*/ 73 h 550"/>
              <a:gd name="T50" fmla="*/ 310 w 504"/>
              <a:gd name="T51" fmla="*/ 38 h 550"/>
              <a:gd name="T52" fmla="*/ 283 w 504"/>
              <a:gd name="T53" fmla="*/ 15 h 550"/>
              <a:gd name="T54" fmla="*/ 245 w 504"/>
              <a:gd name="T55" fmla="*/ 3 h 550"/>
              <a:gd name="T56" fmla="*/ 202 w 504"/>
              <a:gd name="T57" fmla="*/ 0 h 550"/>
              <a:gd name="T58" fmla="*/ 161 w 504"/>
              <a:gd name="T59" fmla="*/ 6 h 550"/>
              <a:gd name="T60" fmla="*/ 128 w 504"/>
              <a:gd name="T61" fmla="*/ 22 h 550"/>
              <a:gd name="T62" fmla="*/ 113 w 504"/>
              <a:gd name="T63" fmla="*/ 53 h 550"/>
              <a:gd name="T64" fmla="*/ 106 w 504"/>
              <a:gd name="T65" fmla="*/ 115 h 550"/>
              <a:gd name="T66" fmla="*/ 107 w 504"/>
              <a:gd name="T67" fmla="*/ 150 h 550"/>
              <a:gd name="T68" fmla="*/ 118 w 504"/>
              <a:gd name="T69" fmla="*/ 168 h 550"/>
              <a:gd name="T70" fmla="*/ 132 w 504"/>
              <a:gd name="T71" fmla="*/ 179 h 550"/>
              <a:gd name="T72" fmla="*/ 73 w 504"/>
              <a:gd name="T73" fmla="*/ 301 h 550"/>
              <a:gd name="T74" fmla="*/ 143 w 504"/>
              <a:gd name="T75" fmla="*/ 270 h 550"/>
              <a:gd name="T76" fmla="*/ 267 w 504"/>
              <a:gd name="T77" fmla="*/ 259 h 550"/>
              <a:gd name="T78" fmla="*/ 316 w 504"/>
              <a:gd name="T79" fmla="*/ 286 h 550"/>
              <a:gd name="T80" fmla="*/ 280 w 504"/>
              <a:gd name="T81" fmla="*/ 356 h 550"/>
              <a:gd name="T82" fmla="*/ 258 w 504"/>
              <a:gd name="T83" fmla="*/ 491 h 550"/>
              <a:gd name="T84" fmla="*/ 0 w 504"/>
              <a:gd name="T85" fmla="*/ 435 h 550"/>
              <a:gd name="T86" fmla="*/ 5 w 504"/>
              <a:gd name="T87" fmla="*/ 369 h 550"/>
              <a:gd name="T88" fmla="*/ 17 w 504"/>
              <a:gd name="T89" fmla="*/ 323 h 550"/>
              <a:gd name="T90" fmla="*/ 500 w 504"/>
              <a:gd name="T91" fmla="*/ 315 h 550"/>
              <a:gd name="T92" fmla="*/ 504 w 504"/>
              <a:gd name="T93" fmla="*/ 298 h 550"/>
              <a:gd name="T94" fmla="*/ 497 w 504"/>
              <a:gd name="T95" fmla="*/ 283 h 550"/>
              <a:gd name="T96" fmla="*/ 414 w 504"/>
              <a:gd name="T97" fmla="*/ 238 h 550"/>
              <a:gd name="T98" fmla="*/ 398 w 504"/>
              <a:gd name="T99" fmla="*/ 236 h 550"/>
              <a:gd name="T100" fmla="*/ 383 w 504"/>
              <a:gd name="T101" fmla="*/ 243 h 550"/>
              <a:gd name="T102" fmla="*/ 362 w 504"/>
              <a:gd name="T103" fmla="*/ 277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04" h="550">
                <a:moveTo>
                  <a:pt x="294" y="482"/>
                </a:moveTo>
                <a:lnTo>
                  <a:pt x="299" y="537"/>
                </a:lnTo>
                <a:lnTo>
                  <a:pt x="324" y="550"/>
                </a:lnTo>
                <a:lnTo>
                  <a:pt x="371" y="522"/>
                </a:lnTo>
                <a:lnTo>
                  <a:pt x="294" y="482"/>
                </a:lnTo>
                <a:close/>
                <a:moveTo>
                  <a:pt x="387" y="308"/>
                </a:moveTo>
                <a:lnTo>
                  <a:pt x="448" y="337"/>
                </a:lnTo>
                <a:lnTo>
                  <a:pt x="481" y="355"/>
                </a:lnTo>
                <a:lnTo>
                  <a:pt x="416" y="482"/>
                </a:lnTo>
                <a:lnTo>
                  <a:pt x="409" y="485"/>
                </a:lnTo>
                <a:lnTo>
                  <a:pt x="402" y="488"/>
                </a:lnTo>
                <a:lnTo>
                  <a:pt x="398" y="488"/>
                </a:lnTo>
                <a:lnTo>
                  <a:pt x="393" y="485"/>
                </a:lnTo>
                <a:lnTo>
                  <a:pt x="390" y="483"/>
                </a:lnTo>
                <a:lnTo>
                  <a:pt x="387" y="478"/>
                </a:lnTo>
                <a:lnTo>
                  <a:pt x="385" y="473"/>
                </a:lnTo>
                <a:lnTo>
                  <a:pt x="384" y="466"/>
                </a:lnTo>
                <a:lnTo>
                  <a:pt x="374" y="467"/>
                </a:lnTo>
                <a:lnTo>
                  <a:pt x="366" y="467"/>
                </a:lnTo>
                <a:lnTo>
                  <a:pt x="358" y="466"/>
                </a:lnTo>
                <a:lnTo>
                  <a:pt x="350" y="464"/>
                </a:lnTo>
                <a:lnTo>
                  <a:pt x="343" y="461"/>
                </a:lnTo>
                <a:lnTo>
                  <a:pt x="337" y="455"/>
                </a:lnTo>
                <a:lnTo>
                  <a:pt x="331" y="449"/>
                </a:lnTo>
                <a:lnTo>
                  <a:pt x="325" y="440"/>
                </a:lnTo>
                <a:lnTo>
                  <a:pt x="370" y="356"/>
                </a:lnTo>
                <a:lnTo>
                  <a:pt x="362" y="352"/>
                </a:lnTo>
                <a:lnTo>
                  <a:pt x="317" y="439"/>
                </a:lnTo>
                <a:lnTo>
                  <a:pt x="311" y="441"/>
                </a:lnTo>
                <a:lnTo>
                  <a:pt x="307" y="441"/>
                </a:lnTo>
                <a:lnTo>
                  <a:pt x="302" y="440"/>
                </a:lnTo>
                <a:lnTo>
                  <a:pt x="299" y="438"/>
                </a:lnTo>
                <a:lnTo>
                  <a:pt x="296" y="434"/>
                </a:lnTo>
                <a:lnTo>
                  <a:pt x="294" y="431"/>
                </a:lnTo>
                <a:lnTo>
                  <a:pt x="292" y="425"/>
                </a:lnTo>
                <a:lnTo>
                  <a:pt x="290" y="419"/>
                </a:lnTo>
                <a:lnTo>
                  <a:pt x="307" y="387"/>
                </a:lnTo>
                <a:lnTo>
                  <a:pt x="323" y="355"/>
                </a:lnTo>
                <a:lnTo>
                  <a:pt x="339" y="323"/>
                </a:lnTo>
                <a:lnTo>
                  <a:pt x="355" y="291"/>
                </a:lnTo>
                <a:lnTo>
                  <a:pt x="387" y="308"/>
                </a:lnTo>
                <a:close/>
                <a:moveTo>
                  <a:pt x="132" y="179"/>
                </a:moveTo>
                <a:lnTo>
                  <a:pt x="131" y="154"/>
                </a:lnTo>
                <a:lnTo>
                  <a:pt x="131" y="131"/>
                </a:lnTo>
                <a:lnTo>
                  <a:pt x="131" y="120"/>
                </a:lnTo>
                <a:lnTo>
                  <a:pt x="133" y="109"/>
                </a:lnTo>
                <a:lnTo>
                  <a:pt x="135" y="96"/>
                </a:lnTo>
                <a:lnTo>
                  <a:pt x="139" y="83"/>
                </a:lnTo>
                <a:lnTo>
                  <a:pt x="147" y="80"/>
                </a:lnTo>
                <a:lnTo>
                  <a:pt x="154" y="77"/>
                </a:lnTo>
                <a:lnTo>
                  <a:pt x="162" y="76"/>
                </a:lnTo>
                <a:lnTo>
                  <a:pt x="171" y="75"/>
                </a:lnTo>
                <a:lnTo>
                  <a:pt x="188" y="77"/>
                </a:lnTo>
                <a:lnTo>
                  <a:pt x="206" y="81"/>
                </a:lnTo>
                <a:lnTo>
                  <a:pt x="226" y="84"/>
                </a:lnTo>
                <a:lnTo>
                  <a:pt x="246" y="88"/>
                </a:lnTo>
                <a:lnTo>
                  <a:pt x="257" y="88"/>
                </a:lnTo>
                <a:lnTo>
                  <a:pt x="267" y="88"/>
                </a:lnTo>
                <a:lnTo>
                  <a:pt x="278" y="87"/>
                </a:lnTo>
                <a:lnTo>
                  <a:pt x="289" y="85"/>
                </a:lnTo>
                <a:lnTo>
                  <a:pt x="293" y="106"/>
                </a:lnTo>
                <a:lnTo>
                  <a:pt x="295" y="129"/>
                </a:lnTo>
                <a:lnTo>
                  <a:pt x="295" y="152"/>
                </a:lnTo>
                <a:lnTo>
                  <a:pt x="295" y="181"/>
                </a:lnTo>
                <a:lnTo>
                  <a:pt x="299" y="178"/>
                </a:lnTo>
                <a:lnTo>
                  <a:pt x="307" y="168"/>
                </a:lnTo>
                <a:lnTo>
                  <a:pt x="311" y="162"/>
                </a:lnTo>
                <a:lnTo>
                  <a:pt x="316" y="157"/>
                </a:lnTo>
                <a:lnTo>
                  <a:pt x="320" y="150"/>
                </a:lnTo>
                <a:lnTo>
                  <a:pt x="322" y="144"/>
                </a:lnTo>
                <a:lnTo>
                  <a:pt x="322" y="134"/>
                </a:lnTo>
                <a:lnTo>
                  <a:pt x="322" y="122"/>
                </a:lnTo>
                <a:lnTo>
                  <a:pt x="322" y="105"/>
                </a:lnTo>
                <a:lnTo>
                  <a:pt x="321" y="89"/>
                </a:lnTo>
                <a:lnTo>
                  <a:pt x="318" y="73"/>
                </a:lnTo>
                <a:lnTo>
                  <a:pt x="316" y="57"/>
                </a:lnTo>
                <a:lnTo>
                  <a:pt x="314" y="46"/>
                </a:lnTo>
                <a:lnTo>
                  <a:pt x="310" y="38"/>
                </a:lnTo>
                <a:lnTo>
                  <a:pt x="303" y="29"/>
                </a:lnTo>
                <a:lnTo>
                  <a:pt x="294" y="22"/>
                </a:lnTo>
                <a:lnTo>
                  <a:pt x="283" y="15"/>
                </a:lnTo>
                <a:lnTo>
                  <a:pt x="272" y="10"/>
                </a:lnTo>
                <a:lnTo>
                  <a:pt x="259" y="6"/>
                </a:lnTo>
                <a:lnTo>
                  <a:pt x="245" y="3"/>
                </a:lnTo>
                <a:lnTo>
                  <a:pt x="231" y="0"/>
                </a:lnTo>
                <a:lnTo>
                  <a:pt x="217" y="0"/>
                </a:lnTo>
                <a:lnTo>
                  <a:pt x="202" y="0"/>
                </a:lnTo>
                <a:lnTo>
                  <a:pt x="188" y="1"/>
                </a:lnTo>
                <a:lnTo>
                  <a:pt x="174" y="3"/>
                </a:lnTo>
                <a:lnTo>
                  <a:pt x="161" y="6"/>
                </a:lnTo>
                <a:lnTo>
                  <a:pt x="148" y="11"/>
                </a:lnTo>
                <a:lnTo>
                  <a:pt x="138" y="15"/>
                </a:lnTo>
                <a:lnTo>
                  <a:pt x="128" y="22"/>
                </a:lnTo>
                <a:lnTo>
                  <a:pt x="120" y="29"/>
                </a:lnTo>
                <a:lnTo>
                  <a:pt x="117" y="38"/>
                </a:lnTo>
                <a:lnTo>
                  <a:pt x="113" y="53"/>
                </a:lnTo>
                <a:lnTo>
                  <a:pt x="110" y="71"/>
                </a:lnTo>
                <a:lnTo>
                  <a:pt x="107" y="94"/>
                </a:lnTo>
                <a:lnTo>
                  <a:pt x="106" y="115"/>
                </a:lnTo>
                <a:lnTo>
                  <a:pt x="106" y="134"/>
                </a:lnTo>
                <a:lnTo>
                  <a:pt x="106" y="143"/>
                </a:lnTo>
                <a:lnTo>
                  <a:pt x="107" y="150"/>
                </a:lnTo>
                <a:lnTo>
                  <a:pt x="108" y="155"/>
                </a:lnTo>
                <a:lnTo>
                  <a:pt x="110" y="159"/>
                </a:lnTo>
                <a:lnTo>
                  <a:pt x="118" y="168"/>
                </a:lnTo>
                <a:lnTo>
                  <a:pt x="125" y="174"/>
                </a:lnTo>
                <a:lnTo>
                  <a:pt x="131" y="178"/>
                </a:lnTo>
                <a:lnTo>
                  <a:pt x="132" y="179"/>
                </a:lnTo>
                <a:close/>
                <a:moveTo>
                  <a:pt x="17" y="323"/>
                </a:moveTo>
                <a:lnTo>
                  <a:pt x="45" y="313"/>
                </a:lnTo>
                <a:lnTo>
                  <a:pt x="73" y="301"/>
                </a:lnTo>
                <a:lnTo>
                  <a:pt x="101" y="291"/>
                </a:lnTo>
                <a:lnTo>
                  <a:pt x="129" y="280"/>
                </a:lnTo>
                <a:lnTo>
                  <a:pt x="143" y="270"/>
                </a:lnTo>
                <a:lnTo>
                  <a:pt x="157" y="259"/>
                </a:lnTo>
                <a:lnTo>
                  <a:pt x="216" y="376"/>
                </a:lnTo>
                <a:lnTo>
                  <a:pt x="267" y="259"/>
                </a:lnTo>
                <a:lnTo>
                  <a:pt x="281" y="270"/>
                </a:lnTo>
                <a:lnTo>
                  <a:pt x="296" y="280"/>
                </a:lnTo>
                <a:lnTo>
                  <a:pt x="316" y="286"/>
                </a:lnTo>
                <a:lnTo>
                  <a:pt x="313" y="293"/>
                </a:lnTo>
                <a:lnTo>
                  <a:pt x="296" y="325"/>
                </a:lnTo>
                <a:lnTo>
                  <a:pt x="280" y="356"/>
                </a:lnTo>
                <a:lnTo>
                  <a:pt x="265" y="387"/>
                </a:lnTo>
                <a:lnTo>
                  <a:pt x="251" y="419"/>
                </a:lnTo>
                <a:lnTo>
                  <a:pt x="258" y="491"/>
                </a:lnTo>
                <a:lnTo>
                  <a:pt x="0" y="491"/>
                </a:lnTo>
                <a:lnTo>
                  <a:pt x="0" y="462"/>
                </a:lnTo>
                <a:lnTo>
                  <a:pt x="0" y="435"/>
                </a:lnTo>
                <a:lnTo>
                  <a:pt x="0" y="411"/>
                </a:lnTo>
                <a:lnTo>
                  <a:pt x="2" y="389"/>
                </a:lnTo>
                <a:lnTo>
                  <a:pt x="5" y="369"/>
                </a:lnTo>
                <a:lnTo>
                  <a:pt x="8" y="351"/>
                </a:lnTo>
                <a:lnTo>
                  <a:pt x="13" y="336"/>
                </a:lnTo>
                <a:lnTo>
                  <a:pt x="17" y="323"/>
                </a:lnTo>
                <a:lnTo>
                  <a:pt x="17" y="323"/>
                </a:lnTo>
                <a:close/>
                <a:moveTo>
                  <a:pt x="488" y="341"/>
                </a:moveTo>
                <a:lnTo>
                  <a:pt x="500" y="315"/>
                </a:lnTo>
                <a:lnTo>
                  <a:pt x="503" y="309"/>
                </a:lnTo>
                <a:lnTo>
                  <a:pt x="504" y="304"/>
                </a:lnTo>
                <a:lnTo>
                  <a:pt x="504" y="298"/>
                </a:lnTo>
                <a:lnTo>
                  <a:pt x="503" y="293"/>
                </a:lnTo>
                <a:lnTo>
                  <a:pt x="500" y="287"/>
                </a:lnTo>
                <a:lnTo>
                  <a:pt x="497" y="283"/>
                </a:lnTo>
                <a:lnTo>
                  <a:pt x="492" y="279"/>
                </a:lnTo>
                <a:lnTo>
                  <a:pt x="488" y="276"/>
                </a:lnTo>
                <a:lnTo>
                  <a:pt x="414" y="238"/>
                </a:lnTo>
                <a:lnTo>
                  <a:pt x="408" y="237"/>
                </a:lnTo>
                <a:lnTo>
                  <a:pt x="402" y="236"/>
                </a:lnTo>
                <a:lnTo>
                  <a:pt x="398" y="236"/>
                </a:lnTo>
                <a:lnTo>
                  <a:pt x="392" y="237"/>
                </a:lnTo>
                <a:lnTo>
                  <a:pt x="387" y="239"/>
                </a:lnTo>
                <a:lnTo>
                  <a:pt x="383" y="243"/>
                </a:lnTo>
                <a:lnTo>
                  <a:pt x="378" y="246"/>
                </a:lnTo>
                <a:lnTo>
                  <a:pt x="376" y="251"/>
                </a:lnTo>
                <a:lnTo>
                  <a:pt x="362" y="277"/>
                </a:lnTo>
                <a:lnTo>
                  <a:pt x="488" y="3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5" name="Docer Falling Dust PPT demo 3"/>
          <p:cNvSpPr>
            <a:spLocks noEditPoints="1"/>
          </p:cNvSpPr>
          <p:nvPr/>
        </p:nvSpPr>
        <p:spPr bwMode="auto">
          <a:xfrm>
            <a:off x="6259383" y="6314295"/>
            <a:ext cx="411363" cy="370540"/>
          </a:xfrm>
          <a:custGeom>
            <a:avLst/>
            <a:gdLst>
              <a:gd name="T0" fmla="*/ 273 w 524"/>
              <a:gd name="T1" fmla="*/ 287 h 474"/>
              <a:gd name="T2" fmla="*/ 524 w 524"/>
              <a:gd name="T3" fmla="*/ 166 h 474"/>
              <a:gd name="T4" fmla="*/ 241 w 524"/>
              <a:gd name="T5" fmla="*/ 377 h 474"/>
              <a:gd name="T6" fmla="*/ 307 w 524"/>
              <a:gd name="T7" fmla="*/ 374 h 474"/>
              <a:gd name="T8" fmla="*/ 247 w 524"/>
              <a:gd name="T9" fmla="*/ 312 h 474"/>
              <a:gd name="T10" fmla="*/ 241 w 524"/>
              <a:gd name="T11" fmla="*/ 377 h 474"/>
              <a:gd name="T12" fmla="*/ 183 w 524"/>
              <a:gd name="T13" fmla="*/ 102 h 474"/>
              <a:gd name="T14" fmla="*/ 331 w 524"/>
              <a:gd name="T15" fmla="*/ 79 h 474"/>
              <a:gd name="T16" fmla="*/ 183 w 524"/>
              <a:gd name="T17" fmla="*/ 128 h 474"/>
              <a:gd name="T18" fmla="*/ 331 w 524"/>
              <a:gd name="T19" fmla="*/ 150 h 474"/>
              <a:gd name="T20" fmla="*/ 183 w 524"/>
              <a:gd name="T21" fmla="*/ 128 h 474"/>
              <a:gd name="T22" fmla="*/ 183 w 524"/>
              <a:gd name="T23" fmla="*/ 200 h 474"/>
              <a:gd name="T24" fmla="*/ 286 w 524"/>
              <a:gd name="T25" fmla="*/ 178 h 474"/>
              <a:gd name="T26" fmla="*/ 183 w 524"/>
              <a:gd name="T27" fmla="*/ 228 h 474"/>
              <a:gd name="T28" fmla="*/ 239 w 524"/>
              <a:gd name="T29" fmla="*/ 250 h 474"/>
              <a:gd name="T30" fmla="*/ 183 w 524"/>
              <a:gd name="T31" fmla="*/ 228 h 474"/>
              <a:gd name="T32" fmla="*/ 405 w 524"/>
              <a:gd name="T33" fmla="*/ 0 h 474"/>
              <a:gd name="T34" fmla="*/ 426 w 524"/>
              <a:gd name="T35" fmla="*/ 20 h 474"/>
              <a:gd name="T36" fmla="*/ 385 w 524"/>
              <a:gd name="T37" fmla="*/ 137 h 474"/>
              <a:gd name="T38" fmla="*/ 92 w 524"/>
              <a:gd name="T39" fmla="*/ 41 h 474"/>
              <a:gd name="T40" fmla="*/ 112 w 524"/>
              <a:gd name="T41" fmla="*/ 60 h 474"/>
              <a:gd name="T42" fmla="*/ 147 w 524"/>
              <a:gd name="T43" fmla="*/ 89 h 474"/>
              <a:gd name="T44" fmla="*/ 92 w 524"/>
              <a:gd name="T45" fmla="*/ 114 h 474"/>
              <a:gd name="T46" fmla="*/ 112 w 524"/>
              <a:gd name="T47" fmla="*/ 126 h 474"/>
              <a:gd name="T48" fmla="*/ 147 w 524"/>
              <a:gd name="T49" fmla="*/ 156 h 474"/>
              <a:gd name="T50" fmla="*/ 92 w 524"/>
              <a:gd name="T51" fmla="*/ 179 h 474"/>
              <a:gd name="T52" fmla="*/ 112 w 524"/>
              <a:gd name="T53" fmla="*/ 195 h 474"/>
              <a:gd name="T54" fmla="*/ 147 w 524"/>
              <a:gd name="T55" fmla="*/ 224 h 474"/>
              <a:gd name="T56" fmla="*/ 92 w 524"/>
              <a:gd name="T57" fmla="*/ 248 h 474"/>
              <a:gd name="T58" fmla="*/ 112 w 524"/>
              <a:gd name="T59" fmla="*/ 262 h 474"/>
              <a:gd name="T60" fmla="*/ 147 w 524"/>
              <a:gd name="T61" fmla="*/ 291 h 474"/>
              <a:gd name="T62" fmla="*/ 92 w 524"/>
              <a:gd name="T63" fmla="*/ 314 h 474"/>
              <a:gd name="T64" fmla="*/ 112 w 524"/>
              <a:gd name="T65" fmla="*/ 333 h 474"/>
              <a:gd name="T66" fmla="*/ 147 w 524"/>
              <a:gd name="T67" fmla="*/ 362 h 474"/>
              <a:gd name="T68" fmla="*/ 92 w 524"/>
              <a:gd name="T69" fmla="*/ 386 h 474"/>
              <a:gd name="T70" fmla="*/ 92 w 524"/>
              <a:gd name="T71" fmla="*/ 433 h 474"/>
              <a:gd name="T72" fmla="*/ 385 w 524"/>
              <a:gd name="T73" fmla="*/ 343 h 474"/>
              <a:gd name="T74" fmla="*/ 426 w 524"/>
              <a:gd name="T75" fmla="*/ 454 h 474"/>
              <a:gd name="T76" fmla="*/ 405 w 524"/>
              <a:gd name="T77" fmla="*/ 474 h 474"/>
              <a:gd name="T78" fmla="*/ 51 w 524"/>
              <a:gd name="T79" fmla="*/ 474 h 474"/>
              <a:gd name="T80" fmla="*/ 51 w 524"/>
              <a:gd name="T81" fmla="*/ 421 h 474"/>
              <a:gd name="T82" fmla="*/ 0 w 524"/>
              <a:gd name="T83" fmla="*/ 382 h 474"/>
              <a:gd name="T84" fmla="*/ 51 w 524"/>
              <a:gd name="T85" fmla="*/ 349 h 474"/>
              <a:gd name="T86" fmla="*/ 0 w 524"/>
              <a:gd name="T87" fmla="*/ 311 h 474"/>
              <a:gd name="T88" fmla="*/ 51 w 524"/>
              <a:gd name="T89" fmla="*/ 283 h 474"/>
              <a:gd name="T90" fmla="*/ 0 w 524"/>
              <a:gd name="T91" fmla="*/ 244 h 474"/>
              <a:gd name="T92" fmla="*/ 51 w 524"/>
              <a:gd name="T93" fmla="*/ 214 h 474"/>
              <a:gd name="T94" fmla="*/ 0 w 524"/>
              <a:gd name="T95" fmla="*/ 175 h 474"/>
              <a:gd name="T96" fmla="*/ 51 w 524"/>
              <a:gd name="T97" fmla="*/ 147 h 474"/>
              <a:gd name="T98" fmla="*/ 0 w 524"/>
              <a:gd name="T99" fmla="*/ 109 h 474"/>
              <a:gd name="T100" fmla="*/ 51 w 524"/>
              <a:gd name="T101" fmla="*/ 20 h 474"/>
              <a:gd name="T102" fmla="*/ 72 w 524"/>
              <a:gd name="T103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4" h="474">
                <a:moveTo>
                  <a:pt x="464" y="104"/>
                </a:moveTo>
                <a:lnTo>
                  <a:pt x="273" y="287"/>
                </a:lnTo>
                <a:lnTo>
                  <a:pt x="331" y="349"/>
                </a:lnTo>
                <a:lnTo>
                  <a:pt x="524" y="166"/>
                </a:lnTo>
                <a:lnTo>
                  <a:pt x="464" y="104"/>
                </a:lnTo>
                <a:close/>
                <a:moveTo>
                  <a:pt x="241" y="377"/>
                </a:moveTo>
                <a:lnTo>
                  <a:pt x="274" y="376"/>
                </a:lnTo>
                <a:lnTo>
                  <a:pt x="307" y="374"/>
                </a:lnTo>
                <a:lnTo>
                  <a:pt x="277" y="343"/>
                </a:lnTo>
                <a:lnTo>
                  <a:pt x="247" y="312"/>
                </a:lnTo>
                <a:lnTo>
                  <a:pt x="245" y="344"/>
                </a:lnTo>
                <a:lnTo>
                  <a:pt x="241" y="377"/>
                </a:lnTo>
                <a:close/>
                <a:moveTo>
                  <a:pt x="183" y="79"/>
                </a:moveTo>
                <a:lnTo>
                  <a:pt x="183" y="102"/>
                </a:lnTo>
                <a:lnTo>
                  <a:pt x="331" y="102"/>
                </a:lnTo>
                <a:lnTo>
                  <a:pt x="331" y="79"/>
                </a:lnTo>
                <a:lnTo>
                  <a:pt x="183" y="79"/>
                </a:lnTo>
                <a:close/>
                <a:moveTo>
                  <a:pt x="183" y="128"/>
                </a:moveTo>
                <a:lnTo>
                  <a:pt x="183" y="150"/>
                </a:lnTo>
                <a:lnTo>
                  <a:pt x="331" y="150"/>
                </a:lnTo>
                <a:lnTo>
                  <a:pt x="331" y="128"/>
                </a:lnTo>
                <a:lnTo>
                  <a:pt x="183" y="128"/>
                </a:lnTo>
                <a:close/>
                <a:moveTo>
                  <a:pt x="183" y="178"/>
                </a:moveTo>
                <a:lnTo>
                  <a:pt x="183" y="200"/>
                </a:lnTo>
                <a:lnTo>
                  <a:pt x="286" y="200"/>
                </a:lnTo>
                <a:lnTo>
                  <a:pt x="286" y="178"/>
                </a:lnTo>
                <a:lnTo>
                  <a:pt x="183" y="178"/>
                </a:lnTo>
                <a:close/>
                <a:moveTo>
                  <a:pt x="183" y="228"/>
                </a:moveTo>
                <a:lnTo>
                  <a:pt x="183" y="250"/>
                </a:lnTo>
                <a:lnTo>
                  <a:pt x="239" y="250"/>
                </a:lnTo>
                <a:lnTo>
                  <a:pt x="239" y="228"/>
                </a:lnTo>
                <a:lnTo>
                  <a:pt x="183" y="228"/>
                </a:lnTo>
                <a:close/>
                <a:moveTo>
                  <a:pt x="72" y="0"/>
                </a:moveTo>
                <a:lnTo>
                  <a:pt x="405" y="0"/>
                </a:lnTo>
                <a:lnTo>
                  <a:pt x="426" y="0"/>
                </a:lnTo>
                <a:lnTo>
                  <a:pt x="426" y="20"/>
                </a:lnTo>
                <a:lnTo>
                  <a:pt x="426" y="97"/>
                </a:lnTo>
                <a:lnTo>
                  <a:pt x="385" y="137"/>
                </a:lnTo>
                <a:lnTo>
                  <a:pt x="385" y="41"/>
                </a:lnTo>
                <a:lnTo>
                  <a:pt x="92" y="41"/>
                </a:lnTo>
                <a:lnTo>
                  <a:pt x="92" y="68"/>
                </a:lnTo>
                <a:lnTo>
                  <a:pt x="112" y="60"/>
                </a:lnTo>
                <a:lnTo>
                  <a:pt x="130" y="52"/>
                </a:lnTo>
                <a:lnTo>
                  <a:pt x="147" y="89"/>
                </a:lnTo>
                <a:lnTo>
                  <a:pt x="128" y="97"/>
                </a:lnTo>
                <a:lnTo>
                  <a:pt x="92" y="114"/>
                </a:lnTo>
                <a:lnTo>
                  <a:pt x="92" y="135"/>
                </a:lnTo>
                <a:lnTo>
                  <a:pt x="112" y="126"/>
                </a:lnTo>
                <a:lnTo>
                  <a:pt x="130" y="118"/>
                </a:lnTo>
                <a:lnTo>
                  <a:pt x="147" y="156"/>
                </a:lnTo>
                <a:lnTo>
                  <a:pt x="128" y="164"/>
                </a:lnTo>
                <a:lnTo>
                  <a:pt x="92" y="179"/>
                </a:lnTo>
                <a:lnTo>
                  <a:pt x="92" y="203"/>
                </a:lnTo>
                <a:lnTo>
                  <a:pt x="112" y="195"/>
                </a:lnTo>
                <a:lnTo>
                  <a:pt x="130" y="187"/>
                </a:lnTo>
                <a:lnTo>
                  <a:pt x="147" y="224"/>
                </a:lnTo>
                <a:lnTo>
                  <a:pt x="128" y="233"/>
                </a:lnTo>
                <a:lnTo>
                  <a:pt x="92" y="248"/>
                </a:lnTo>
                <a:lnTo>
                  <a:pt x="92" y="270"/>
                </a:lnTo>
                <a:lnTo>
                  <a:pt x="112" y="262"/>
                </a:lnTo>
                <a:lnTo>
                  <a:pt x="130" y="254"/>
                </a:lnTo>
                <a:lnTo>
                  <a:pt x="147" y="291"/>
                </a:lnTo>
                <a:lnTo>
                  <a:pt x="128" y="299"/>
                </a:lnTo>
                <a:lnTo>
                  <a:pt x="92" y="314"/>
                </a:lnTo>
                <a:lnTo>
                  <a:pt x="92" y="341"/>
                </a:lnTo>
                <a:lnTo>
                  <a:pt x="112" y="333"/>
                </a:lnTo>
                <a:lnTo>
                  <a:pt x="130" y="325"/>
                </a:lnTo>
                <a:lnTo>
                  <a:pt x="147" y="362"/>
                </a:lnTo>
                <a:lnTo>
                  <a:pt x="128" y="370"/>
                </a:lnTo>
                <a:lnTo>
                  <a:pt x="92" y="386"/>
                </a:lnTo>
                <a:lnTo>
                  <a:pt x="92" y="421"/>
                </a:lnTo>
                <a:lnTo>
                  <a:pt x="92" y="433"/>
                </a:lnTo>
                <a:lnTo>
                  <a:pt x="385" y="433"/>
                </a:lnTo>
                <a:lnTo>
                  <a:pt x="385" y="343"/>
                </a:lnTo>
                <a:lnTo>
                  <a:pt x="426" y="304"/>
                </a:lnTo>
                <a:lnTo>
                  <a:pt x="426" y="454"/>
                </a:lnTo>
                <a:lnTo>
                  <a:pt x="426" y="474"/>
                </a:lnTo>
                <a:lnTo>
                  <a:pt x="405" y="474"/>
                </a:lnTo>
                <a:lnTo>
                  <a:pt x="72" y="474"/>
                </a:lnTo>
                <a:lnTo>
                  <a:pt x="51" y="474"/>
                </a:lnTo>
                <a:lnTo>
                  <a:pt x="51" y="454"/>
                </a:lnTo>
                <a:lnTo>
                  <a:pt x="51" y="421"/>
                </a:lnTo>
                <a:lnTo>
                  <a:pt x="8" y="421"/>
                </a:lnTo>
                <a:lnTo>
                  <a:pt x="0" y="382"/>
                </a:lnTo>
                <a:lnTo>
                  <a:pt x="51" y="360"/>
                </a:lnTo>
                <a:lnTo>
                  <a:pt x="51" y="349"/>
                </a:lnTo>
                <a:lnTo>
                  <a:pt x="8" y="349"/>
                </a:lnTo>
                <a:lnTo>
                  <a:pt x="0" y="311"/>
                </a:lnTo>
                <a:lnTo>
                  <a:pt x="51" y="287"/>
                </a:lnTo>
                <a:lnTo>
                  <a:pt x="51" y="283"/>
                </a:lnTo>
                <a:lnTo>
                  <a:pt x="8" y="283"/>
                </a:lnTo>
                <a:lnTo>
                  <a:pt x="0" y="244"/>
                </a:lnTo>
                <a:lnTo>
                  <a:pt x="51" y="221"/>
                </a:lnTo>
                <a:lnTo>
                  <a:pt x="51" y="214"/>
                </a:lnTo>
                <a:lnTo>
                  <a:pt x="8" y="214"/>
                </a:lnTo>
                <a:lnTo>
                  <a:pt x="0" y="175"/>
                </a:lnTo>
                <a:lnTo>
                  <a:pt x="51" y="152"/>
                </a:lnTo>
                <a:lnTo>
                  <a:pt x="51" y="147"/>
                </a:lnTo>
                <a:lnTo>
                  <a:pt x="8" y="147"/>
                </a:lnTo>
                <a:lnTo>
                  <a:pt x="0" y="109"/>
                </a:lnTo>
                <a:lnTo>
                  <a:pt x="51" y="87"/>
                </a:lnTo>
                <a:lnTo>
                  <a:pt x="51" y="20"/>
                </a:lnTo>
                <a:lnTo>
                  <a:pt x="51" y="0"/>
                </a:lnTo>
                <a:lnTo>
                  <a:pt x="7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6" name="Docer Falling Dust PPT demo 2"/>
          <p:cNvSpPr>
            <a:spLocks noEditPoints="1"/>
          </p:cNvSpPr>
          <p:nvPr/>
        </p:nvSpPr>
        <p:spPr bwMode="auto">
          <a:xfrm>
            <a:off x="7178782" y="6359827"/>
            <a:ext cx="401941" cy="339138"/>
          </a:xfrm>
          <a:custGeom>
            <a:avLst/>
            <a:gdLst>
              <a:gd name="T0" fmla="*/ 44 w 515"/>
              <a:gd name="T1" fmla="*/ 267 h 435"/>
              <a:gd name="T2" fmla="*/ 265 w 515"/>
              <a:gd name="T3" fmla="*/ 188 h 435"/>
              <a:gd name="T4" fmla="*/ 252 w 515"/>
              <a:gd name="T5" fmla="*/ 191 h 435"/>
              <a:gd name="T6" fmla="*/ 245 w 515"/>
              <a:gd name="T7" fmla="*/ 200 h 435"/>
              <a:gd name="T8" fmla="*/ 243 w 515"/>
              <a:gd name="T9" fmla="*/ 213 h 435"/>
              <a:gd name="T10" fmla="*/ 250 w 515"/>
              <a:gd name="T11" fmla="*/ 225 h 435"/>
              <a:gd name="T12" fmla="*/ 261 w 515"/>
              <a:gd name="T13" fmla="*/ 231 h 435"/>
              <a:gd name="T14" fmla="*/ 273 w 515"/>
              <a:gd name="T15" fmla="*/ 230 h 435"/>
              <a:gd name="T16" fmla="*/ 284 w 515"/>
              <a:gd name="T17" fmla="*/ 221 h 435"/>
              <a:gd name="T18" fmla="*/ 287 w 515"/>
              <a:gd name="T19" fmla="*/ 210 h 435"/>
              <a:gd name="T20" fmla="*/ 284 w 515"/>
              <a:gd name="T21" fmla="*/ 197 h 435"/>
              <a:gd name="T22" fmla="*/ 273 w 515"/>
              <a:gd name="T23" fmla="*/ 189 h 435"/>
              <a:gd name="T24" fmla="*/ 265 w 515"/>
              <a:gd name="T25" fmla="*/ 188 h 435"/>
              <a:gd name="T26" fmla="*/ 213 w 515"/>
              <a:gd name="T27" fmla="*/ 183 h 435"/>
              <a:gd name="T28" fmla="*/ 224 w 515"/>
              <a:gd name="T29" fmla="*/ 171 h 435"/>
              <a:gd name="T30" fmla="*/ 243 w 515"/>
              <a:gd name="T31" fmla="*/ 163 h 435"/>
              <a:gd name="T32" fmla="*/ 264 w 515"/>
              <a:gd name="T33" fmla="*/ 160 h 435"/>
              <a:gd name="T34" fmla="*/ 284 w 515"/>
              <a:gd name="T35" fmla="*/ 163 h 435"/>
              <a:gd name="T36" fmla="*/ 303 w 515"/>
              <a:gd name="T37" fmla="*/ 172 h 435"/>
              <a:gd name="T38" fmla="*/ 314 w 515"/>
              <a:gd name="T39" fmla="*/ 183 h 435"/>
              <a:gd name="T40" fmla="*/ 332 w 515"/>
              <a:gd name="T41" fmla="*/ 162 h 435"/>
              <a:gd name="T42" fmla="*/ 315 w 515"/>
              <a:gd name="T43" fmla="*/ 148 h 435"/>
              <a:gd name="T44" fmla="*/ 291 w 515"/>
              <a:gd name="T45" fmla="*/ 136 h 435"/>
              <a:gd name="T46" fmla="*/ 264 w 515"/>
              <a:gd name="T47" fmla="*/ 132 h 435"/>
              <a:gd name="T48" fmla="*/ 237 w 515"/>
              <a:gd name="T49" fmla="*/ 135 h 435"/>
              <a:gd name="T50" fmla="*/ 212 w 515"/>
              <a:gd name="T51" fmla="*/ 148 h 435"/>
              <a:gd name="T52" fmla="*/ 194 w 515"/>
              <a:gd name="T53" fmla="*/ 163 h 435"/>
              <a:gd name="T54" fmla="*/ 157 w 515"/>
              <a:gd name="T55" fmla="*/ 122 h 435"/>
              <a:gd name="T56" fmla="*/ 180 w 515"/>
              <a:gd name="T57" fmla="*/ 136 h 435"/>
              <a:gd name="T58" fmla="*/ 209 w 515"/>
              <a:gd name="T59" fmla="*/ 114 h 435"/>
              <a:gd name="T60" fmla="*/ 242 w 515"/>
              <a:gd name="T61" fmla="*/ 102 h 435"/>
              <a:gd name="T62" fmla="*/ 276 w 515"/>
              <a:gd name="T63" fmla="*/ 101 h 435"/>
              <a:gd name="T64" fmla="*/ 308 w 515"/>
              <a:gd name="T65" fmla="*/ 109 h 435"/>
              <a:gd name="T66" fmla="*/ 338 w 515"/>
              <a:gd name="T67" fmla="*/ 128 h 435"/>
              <a:gd name="T68" fmla="*/ 350 w 515"/>
              <a:gd name="T69" fmla="*/ 141 h 435"/>
              <a:gd name="T70" fmla="*/ 363 w 515"/>
              <a:gd name="T71" fmla="*/ 115 h 435"/>
              <a:gd name="T72" fmla="*/ 331 w 515"/>
              <a:gd name="T73" fmla="*/ 90 h 435"/>
              <a:gd name="T74" fmla="*/ 291 w 515"/>
              <a:gd name="T75" fmla="*/ 74 h 435"/>
              <a:gd name="T76" fmla="*/ 250 w 515"/>
              <a:gd name="T77" fmla="*/ 72 h 435"/>
              <a:gd name="T78" fmla="*/ 210 w 515"/>
              <a:gd name="T79" fmla="*/ 83 h 435"/>
              <a:gd name="T80" fmla="*/ 173 w 515"/>
              <a:gd name="T81" fmla="*/ 105 h 435"/>
              <a:gd name="T82" fmla="*/ 157 w 515"/>
              <a:gd name="T83" fmla="*/ 122 h 435"/>
              <a:gd name="T84" fmla="*/ 515 w 515"/>
              <a:gd name="T85" fmla="*/ 0 h 435"/>
              <a:gd name="T86" fmla="*/ 515 w 515"/>
              <a:gd name="T87" fmla="*/ 311 h 435"/>
              <a:gd name="T88" fmla="*/ 355 w 515"/>
              <a:gd name="T89" fmla="*/ 399 h 435"/>
              <a:gd name="T90" fmla="*/ 129 w 515"/>
              <a:gd name="T91" fmla="*/ 435 h 435"/>
              <a:gd name="T92" fmla="*/ 177 w 515"/>
              <a:gd name="T93" fmla="*/ 311 h 435"/>
              <a:gd name="T94" fmla="*/ 0 w 515"/>
              <a:gd name="T95" fmla="*/ 289 h 435"/>
              <a:gd name="T96" fmla="*/ 21 w 515"/>
              <a:gd name="T97" fmla="*/ 0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5" h="435">
                <a:moveTo>
                  <a:pt x="472" y="43"/>
                </a:moveTo>
                <a:lnTo>
                  <a:pt x="44" y="43"/>
                </a:lnTo>
                <a:lnTo>
                  <a:pt x="44" y="267"/>
                </a:lnTo>
                <a:lnTo>
                  <a:pt x="472" y="267"/>
                </a:lnTo>
                <a:lnTo>
                  <a:pt x="472" y="43"/>
                </a:lnTo>
                <a:close/>
                <a:moveTo>
                  <a:pt x="265" y="188"/>
                </a:moveTo>
                <a:lnTo>
                  <a:pt x="261" y="188"/>
                </a:lnTo>
                <a:lnTo>
                  <a:pt x="257" y="189"/>
                </a:lnTo>
                <a:lnTo>
                  <a:pt x="252" y="191"/>
                </a:lnTo>
                <a:lnTo>
                  <a:pt x="250" y="193"/>
                </a:lnTo>
                <a:lnTo>
                  <a:pt x="247" y="197"/>
                </a:lnTo>
                <a:lnTo>
                  <a:pt x="245" y="200"/>
                </a:lnTo>
                <a:lnTo>
                  <a:pt x="243" y="205"/>
                </a:lnTo>
                <a:lnTo>
                  <a:pt x="243" y="210"/>
                </a:lnTo>
                <a:lnTo>
                  <a:pt x="243" y="213"/>
                </a:lnTo>
                <a:lnTo>
                  <a:pt x="245" y="218"/>
                </a:lnTo>
                <a:lnTo>
                  <a:pt x="247" y="221"/>
                </a:lnTo>
                <a:lnTo>
                  <a:pt x="250" y="225"/>
                </a:lnTo>
                <a:lnTo>
                  <a:pt x="252" y="227"/>
                </a:lnTo>
                <a:lnTo>
                  <a:pt x="257" y="230"/>
                </a:lnTo>
                <a:lnTo>
                  <a:pt x="261" y="231"/>
                </a:lnTo>
                <a:lnTo>
                  <a:pt x="265" y="232"/>
                </a:lnTo>
                <a:lnTo>
                  <a:pt x="270" y="231"/>
                </a:lnTo>
                <a:lnTo>
                  <a:pt x="273" y="230"/>
                </a:lnTo>
                <a:lnTo>
                  <a:pt x="278" y="227"/>
                </a:lnTo>
                <a:lnTo>
                  <a:pt x="280" y="225"/>
                </a:lnTo>
                <a:lnTo>
                  <a:pt x="284" y="221"/>
                </a:lnTo>
                <a:lnTo>
                  <a:pt x="286" y="218"/>
                </a:lnTo>
                <a:lnTo>
                  <a:pt x="287" y="213"/>
                </a:lnTo>
                <a:lnTo>
                  <a:pt x="287" y="210"/>
                </a:lnTo>
                <a:lnTo>
                  <a:pt x="287" y="205"/>
                </a:lnTo>
                <a:lnTo>
                  <a:pt x="286" y="200"/>
                </a:lnTo>
                <a:lnTo>
                  <a:pt x="284" y="197"/>
                </a:lnTo>
                <a:lnTo>
                  <a:pt x="280" y="193"/>
                </a:lnTo>
                <a:lnTo>
                  <a:pt x="278" y="191"/>
                </a:lnTo>
                <a:lnTo>
                  <a:pt x="273" y="189"/>
                </a:lnTo>
                <a:lnTo>
                  <a:pt x="270" y="188"/>
                </a:lnTo>
                <a:lnTo>
                  <a:pt x="265" y="188"/>
                </a:lnTo>
                <a:lnTo>
                  <a:pt x="265" y="188"/>
                </a:lnTo>
                <a:close/>
                <a:moveTo>
                  <a:pt x="193" y="164"/>
                </a:moveTo>
                <a:lnTo>
                  <a:pt x="210" y="184"/>
                </a:lnTo>
                <a:lnTo>
                  <a:pt x="213" y="183"/>
                </a:lnTo>
                <a:lnTo>
                  <a:pt x="214" y="181"/>
                </a:lnTo>
                <a:lnTo>
                  <a:pt x="219" y="176"/>
                </a:lnTo>
                <a:lnTo>
                  <a:pt x="224" y="171"/>
                </a:lnTo>
                <a:lnTo>
                  <a:pt x="230" y="168"/>
                </a:lnTo>
                <a:lnTo>
                  <a:pt x="237" y="165"/>
                </a:lnTo>
                <a:lnTo>
                  <a:pt x="243" y="163"/>
                </a:lnTo>
                <a:lnTo>
                  <a:pt x="250" y="161"/>
                </a:lnTo>
                <a:lnTo>
                  <a:pt x="257" y="160"/>
                </a:lnTo>
                <a:lnTo>
                  <a:pt x="264" y="160"/>
                </a:lnTo>
                <a:lnTo>
                  <a:pt x="270" y="161"/>
                </a:lnTo>
                <a:lnTo>
                  <a:pt x="277" y="162"/>
                </a:lnTo>
                <a:lnTo>
                  <a:pt x="284" y="163"/>
                </a:lnTo>
                <a:lnTo>
                  <a:pt x="290" y="165"/>
                </a:lnTo>
                <a:lnTo>
                  <a:pt x="297" y="169"/>
                </a:lnTo>
                <a:lnTo>
                  <a:pt x="303" y="172"/>
                </a:lnTo>
                <a:lnTo>
                  <a:pt x="307" y="176"/>
                </a:lnTo>
                <a:lnTo>
                  <a:pt x="313" y="182"/>
                </a:lnTo>
                <a:lnTo>
                  <a:pt x="314" y="183"/>
                </a:lnTo>
                <a:lnTo>
                  <a:pt x="315" y="184"/>
                </a:lnTo>
                <a:lnTo>
                  <a:pt x="334" y="164"/>
                </a:lnTo>
                <a:lnTo>
                  <a:pt x="332" y="162"/>
                </a:lnTo>
                <a:lnTo>
                  <a:pt x="329" y="161"/>
                </a:lnTo>
                <a:lnTo>
                  <a:pt x="322" y="154"/>
                </a:lnTo>
                <a:lnTo>
                  <a:pt x="315" y="148"/>
                </a:lnTo>
                <a:lnTo>
                  <a:pt x="307" y="143"/>
                </a:lnTo>
                <a:lnTo>
                  <a:pt x="299" y="139"/>
                </a:lnTo>
                <a:lnTo>
                  <a:pt x="291" y="136"/>
                </a:lnTo>
                <a:lnTo>
                  <a:pt x="282" y="134"/>
                </a:lnTo>
                <a:lnTo>
                  <a:pt x="273" y="132"/>
                </a:lnTo>
                <a:lnTo>
                  <a:pt x="264" y="132"/>
                </a:lnTo>
                <a:lnTo>
                  <a:pt x="255" y="132"/>
                </a:lnTo>
                <a:lnTo>
                  <a:pt x="245" y="133"/>
                </a:lnTo>
                <a:lnTo>
                  <a:pt x="237" y="135"/>
                </a:lnTo>
                <a:lnTo>
                  <a:pt x="228" y="139"/>
                </a:lnTo>
                <a:lnTo>
                  <a:pt x="220" y="142"/>
                </a:lnTo>
                <a:lnTo>
                  <a:pt x="212" y="148"/>
                </a:lnTo>
                <a:lnTo>
                  <a:pt x="203" y="154"/>
                </a:lnTo>
                <a:lnTo>
                  <a:pt x="196" y="161"/>
                </a:lnTo>
                <a:lnTo>
                  <a:pt x="194" y="163"/>
                </a:lnTo>
                <a:lnTo>
                  <a:pt x="193" y="164"/>
                </a:lnTo>
                <a:lnTo>
                  <a:pt x="193" y="164"/>
                </a:lnTo>
                <a:close/>
                <a:moveTo>
                  <a:pt x="157" y="122"/>
                </a:moveTo>
                <a:lnTo>
                  <a:pt x="175" y="141"/>
                </a:lnTo>
                <a:lnTo>
                  <a:pt x="178" y="139"/>
                </a:lnTo>
                <a:lnTo>
                  <a:pt x="180" y="136"/>
                </a:lnTo>
                <a:lnTo>
                  <a:pt x="189" y="127"/>
                </a:lnTo>
                <a:lnTo>
                  <a:pt x="199" y="120"/>
                </a:lnTo>
                <a:lnTo>
                  <a:pt x="209" y="114"/>
                </a:lnTo>
                <a:lnTo>
                  <a:pt x="220" y="108"/>
                </a:lnTo>
                <a:lnTo>
                  <a:pt x="230" y="105"/>
                </a:lnTo>
                <a:lnTo>
                  <a:pt x="242" y="102"/>
                </a:lnTo>
                <a:lnTo>
                  <a:pt x="252" y="100"/>
                </a:lnTo>
                <a:lnTo>
                  <a:pt x="264" y="100"/>
                </a:lnTo>
                <a:lnTo>
                  <a:pt x="276" y="101"/>
                </a:lnTo>
                <a:lnTo>
                  <a:pt x="286" y="102"/>
                </a:lnTo>
                <a:lnTo>
                  <a:pt x="298" y="106"/>
                </a:lnTo>
                <a:lnTo>
                  <a:pt x="308" y="109"/>
                </a:lnTo>
                <a:lnTo>
                  <a:pt x="319" y="115"/>
                </a:lnTo>
                <a:lnTo>
                  <a:pt x="328" y="121"/>
                </a:lnTo>
                <a:lnTo>
                  <a:pt x="338" y="128"/>
                </a:lnTo>
                <a:lnTo>
                  <a:pt x="346" y="136"/>
                </a:lnTo>
                <a:lnTo>
                  <a:pt x="349" y="139"/>
                </a:lnTo>
                <a:lnTo>
                  <a:pt x="350" y="141"/>
                </a:lnTo>
                <a:lnTo>
                  <a:pt x="369" y="122"/>
                </a:lnTo>
                <a:lnTo>
                  <a:pt x="366" y="119"/>
                </a:lnTo>
                <a:lnTo>
                  <a:pt x="363" y="115"/>
                </a:lnTo>
                <a:lnTo>
                  <a:pt x="353" y="106"/>
                </a:lnTo>
                <a:lnTo>
                  <a:pt x="342" y="97"/>
                </a:lnTo>
                <a:lnTo>
                  <a:pt x="331" y="90"/>
                </a:lnTo>
                <a:lnTo>
                  <a:pt x="318" y="84"/>
                </a:lnTo>
                <a:lnTo>
                  <a:pt x="305" y="78"/>
                </a:lnTo>
                <a:lnTo>
                  <a:pt x="291" y="74"/>
                </a:lnTo>
                <a:lnTo>
                  <a:pt x="278" y="73"/>
                </a:lnTo>
                <a:lnTo>
                  <a:pt x="264" y="72"/>
                </a:lnTo>
                <a:lnTo>
                  <a:pt x="250" y="72"/>
                </a:lnTo>
                <a:lnTo>
                  <a:pt x="237" y="74"/>
                </a:lnTo>
                <a:lnTo>
                  <a:pt x="223" y="78"/>
                </a:lnTo>
                <a:lnTo>
                  <a:pt x="210" y="83"/>
                </a:lnTo>
                <a:lnTo>
                  <a:pt x="198" y="88"/>
                </a:lnTo>
                <a:lnTo>
                  <a:pt x="185" y="95"/>
                </a:lnTo>
                <a:lnTo>
                  <a:pt x="173" y="105"/>
                </a:lnTo>
                <a:lnTo>
                  <a:pt x="163" y="115"/>
                </a:lnTo>
                <a:lnTo>
                  <a:pt x="160" y="119"/>
                </a:lnTo>
                <a:lnTo>
                  <a:pt x="157" y="122"/>
                </a:lnTo>
                <a:close/>
                <a:moveTo>
                  <a:pt x="21" y="0"/>
                </a:moveTo>
                <a:lnTo>
                  <a:pt x="494" y="0"/>
                </a:lnTo>
                <a:lnTo>
                  <a:pt x="515" y="0"/>
                </a:lnTo>
                <a:lnTo>
                  <a:pt x="515" y="21"/>
                </a:lnTo>
                <a:lnTo>
                  <a:pt x="515" y="289"/>
                </a:lnTo>
                <a:lnTo>
                  <a:pt x="515" y="311"/>
                </a:lnTo>
                <a:lnTo>
                  <a:pt x="494" y="311"/>
                </a:lnTo>
                <a:lnTo>
                  <a:pt x="355" y="311"/>
                </a:lnTo>
                <a:lnTo>
                  <a:pt x="355" y="399"/>
                </a:lnTo>
                <a:lnTo>
                  <a:pt x="409" y="399"/>
                </a:lnTo>
                <a:lnTo>
                  <a:pt x="409" y="435"/>
                </a:lnTo>
                <a:lnTo>
                  <a:pt x="129" y="435"/>
                </a:lnTo>
                <a:lnTo>
                  <a:pt x="129" y="399"/>
                </a:lnTo>
                <a:lnTo>
                  <a:pt x="177" y="399"/>
                </a:lnTo>
                <a:lnTo>
                  <a:pt x="177" y="311"/>
                </a:lnTo>
                <a:lnTo>
                  <a:pt x="21" y="311"/>
                </a:lnTo>
                <a:lnTo>
                  <a:pt x="0" y="311"/>
                </a:lnTo>
                <a:lnTo>
                  <a:pt x="0" y="289"/>
                </a:lnTo>
                <a:lnTo>
                  <a:pt x="0" y="21"/>
                </a:lnTo>
                <a:lnTo>
                  <a:pt x="0" y="0"/>
                </a:lnTo>
                <a:lnTo>
                  <a:pt x="2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7" name="Docer Falling Dust PPT demo 1"/>
          <p:cNvSpPr>
            <a:spLocks noEditPoints="1"/>
          </p:cNvSpPr>
          <p:nvPr/>
        </p:nvSpPr>
        <p:spPr bwMode="auto">
          <a:xfrm>
            <a:off x="5361211" y="6340986"/>
            <a:ext cx="348559" cy="317157"/>
          </a:xfrm>
          <a:custGeom>
            <a:avLst/>
            <a:gdLst>
              <a:gd name="T0" fmla="*/ 99 w 444"/>
              <a:gd name="T1" fmla="*/ 31 h 405"/>
              <a:gd name="T2" fmla="*/ 94 w 444"/>
              <a:gd name="T3" fmla="*/ 108 h 405"/>
              <a:gd name="T4" fmla="*/ 102 w 444"/>
              <a:gd name="T5" fmla="*/ 123 h 405"/>
              <a:gd name="T6" fmla="*/ 119 w 444"/>
              <a:gd name="T7" fmla="*/ 124 h 405"/>
              <a:gd name="T8" fmla="*/ 129 w 444"/>
              <a:gd name="T9" fmla="*/ 112 h 405"/>
              <a:gd name="T10" fmla="*/ 127 w 444"/>
              <a:gd name="T11" fmla="*/ 33 h 405"/>
              <a:gd name="T12" fmla="*/ 112 w 444"/>
              <a:gd name="T13" fmla="*/ 26 h 405"/>
              <a:gd name="T14" fmla="*/ 213 w 444"/>
              <a:gd name="T15" fmla="*/ 29 h 405"/>
              <a:gd name="T16" fmla="*/ 205 w 444"/>
              <a:gd name="T17" fmla="*/ 44 h 405"/>
              <a:gd name="T18" fmla="*/ 210 w 444"/>
              <a:gd name="T19" fmla="*/ 121 h 405"/>
              <a:gd name="T20" fmla="*/ 223 w 444"/>
              <a:gd name="T21" fmla="*/ 127 h 405"/>
              <a:gd name="T22" fmla="*/ 238 w 444"/>
              <a:gd name="T23" fmla="*/ 119 h 405"/>
              <a:gd name="T24" fmla="*/ 240 w 444"/>
              <a:gd name="T25" fmla="*/ 40 h 405"/>
              <a:gd name="T26" fmla="*/ 230 w 444"/>
              <a:gd name="T27" fmla="*/ 28 h 405"/>
              <a:gd name="T28" fmla="*/ 324 w 444"/>
              <a:gd name="T29" fmla="*/ 28 h 405"/>
              <a:gd name="T30" fmla="*/ 314 w 444"/>
              <a:gd name="T31" fmla="*/ 40 h 405"/>
              <a:gd name="T32" fmla="*/ 316 w 444"/>
              <a:gd name="T33" fmla="*/ 119 h 405"/>
              <a:gd name="T34" fmla="*/ 331 w 444"/>
              <a:gd name="T35" fmla="*/ 127 h 405"/>
              <a:gd name="T36" fmla="*/ 344 w 444"/>
              <a:gd name="T37" fmla="*/ 121 h 405"/>
              <a:gd name="T38" fmla="*/ 349 w 444"/>
              <a:gd name="T39" fmla="*/ 44 h 405"/>
              <a:gd name="T40" fmla="*/ 340 w 444"/>
              <a:gd name="T41" fmla="*/ 29 h 405"/>
              <a:gd name="T42" fmla="*/ 101 w 444"/>
              <a:gd name="T43" fmla="*/ 185 h 405"/>
              <a:gd name="T44" fmla="*/ 192 w 444"/>
              <a:gd name="T45" fmla="*/ 185 h 405"/>
              <a:gd name="T46" fmla="*/ 280 w 444"/>
              <a:gd name="T47" fmla="*/ 185 h 405"/>
              <a:gd name="T48" fmla="*/ 101 w 444"/>
              <a:gd name="T49" fmla="*/ 250 h 405"/>
              <a:gd name="T50" fmla="*/ 192 w 444"/>
              <a:gd name="T51" fmla="*/ 250 h 405"/>
              <a:gd name="T52" fmla="*/ 280 w 444"/>
              <a:gd name="T53" fmla="*/ 250 h 405"/>
              <a:gd name="T54" fmla="*/ 102 w 444"/>
              <a:gd name="T55" fmla="*/ 344 h 405"/>
              <a:gd name="T56" fmla="*/ 77 w 444"/>
              <a:gd name="T57" fmla="*/ 291 h 405"/>
              <a:gd name="T58" fmla="*/ 393 w 444"/>
              <a:gd name="T59" fmla="*/ 102 h 405"/>
              <a:gd name="T60" fmla="*/ 367 w 444"/>
              <a:gd name="T61" fmla="*/ 133 h 405"/>
              <a:gd name="T62" fmla="*/ 331 w 444"/>
              <a:gd name="T63" fmla="*/ 152 h 405"/>
              <a:gd name="T64" fmla="*/ 301 w 444"/>
              <a:gd name="T65" fmla="*/ 140 h 405"/>
              <a:gd name="T66" fmla="*/ 288 w 444"/>
              <a:gd name="T67" fmla="*/ 102 h 405"/>
              <a:gd name="T68" fmla="*/ 259 w 444"/>
              <a:gd name="T69" fmla="*/ 133 h 405"/>
              <a:gd name="T70" fmla="*/ 223 w 444"/>
              <a:gd name="T71" fmla="*/ 152 h 405"/>
              <a:gd name="T72" fmla="*/ 192 w 444"/>
              <a:gd name="T73" fmla="*/ 140 h 405"/>
              <a:gd name="T74" fmla="*/ 179 w 444"/>
              <a:gd name="T75" fmla="*/ 102 h 405"/>
              <a:gd name="T76" fmla="*/ 148 w 444"/>
              <a:gd name="T77" fmla="*/ 133 h 405"/>
              <a:gd name="T78" fmla="*/ 112 w 444"/>
              <a:gd name="T79" fmla="*/ 152 h 405"/>
              <a:gd name="T80" fmla="*/ 81 w 444"/>
              <a:gd name="T81" fmla="*/ 140 h 405"/>
              <a:gd name="T82" fmla="*/ 69 w 444"/>
              <a:gd name="T83" fmla="*/ 102 h 405"/>
              <a:gd name="T84" fmla="*/ 69 w 444"/>
              <a:gd name="T85" fmla="*/ 44 h 405"/>
              <a:gd name="T86" fmla="*/ 87 w 444"/>
              <a:gd name="T87" fmla="*/ 8 h 405"/>
              <a:gd name="T88" fmla="*/ 129 w 444"/>
              <a:gd name="T89" fmla="*/ 3 h 405"/>
              <a:gd name="T90" fmla="*/ 155 w 444"/>
              <a:gd name="T91" fmla="*/ 35 h 405"/>
              <a:gd name="T92" fmla="*/ 179 w 444"/>
              <a:gd name="T93" fmla="*/ 35 h 405"/>
              <a:gd name="T94" fmla="*/ 206 w 444"/>
              <a:gd name="T95" fmla="*/ 3 h 405"/>
              <a:gd name="T96" fmla="*/ 240 w 444"/>
              <a:gd name="T97" fmla="*/ 3 h 405"/>
              <a:gd name="T98" fmla="*/ 266 w 444"/>
              <a:gd name="T99" fmla="*/ 35 h 405"/>
              <a:gd name="T100" fmla="*/ 288 w 444"/>
              <a:gd name="T101" fmla="*/ 35 h 405"/>
              <a:gd name="T102" fmla="*/ 314 w 444"/>
              <a:gd name="T103" fmla="*/ 3 h 405"/>
              <a:gd name="T104" fmla="*/ 347 w 444"/>
              <a:gd name="T105" fmla="*/ 3 h 405"/>
              <a:gd name="T106" fmla="*/ 374 w 444"/>
              <a:gd name="T107" fmla="*/ 35 h 405"/>
              <a:gd name="T108" fmla="*/ 444 w 444"/>
              <a:gd name="T109" fmla="*/ 77 h 405"/>
              <a:gd name="T110" fmla="*/ 116 w 444"/>
              <a:gd name="T111" fmla="*/ 405 h 405"/>
              <a:gd name="T112" fmla="*/ 0 w 444"/>
              <a:gd name="T113" fmla="*/ 77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44" h="405">
                <a:moveTo>
                  <a:pt x="112" y="26"/>
                </a:moveTo>
                <a:lnTo>
                  <a:pt x="108" y="26"/>
                </a:lnTo>
                <a:lnTo>
                  <a:pt x="105" y="28"/>
                </a:lnTo>
                <a:lnTo>
                  <a:pt x="102" y="29"/>
                </a:lnTo>
                <a:lnTo>
                  <a:pt x="99" y="31"/>
                </a:lnTo>
                <a:lnTo>
                  <a:pt x="98" y="33"/>
                </a:lnTo>
                <a:lnTo>
                  <a:pt x="95" y="37"/>
                </a:lnTo>
                <a:lnTo>
                  <a:pt x="94" y="40"/>
                </a:lnTo>
                <a:lnTo>
                  <a:pt x="94" y="44"/>
                </a:lnTo>
                <a:lnTo>
                  <a:pt x="94" y="108"/>
                </a:lnTo>
                <a:lnTo>
                  <a:pt x="94" y="112"/>
                </a:lnTo>
                <a:lnTo>
                  <a:pt x="95" y="115"/>
                </a:lnTo>
                <a:lnTo>
                  <a:pt x="98" y="119"/>
                </a:lnTo>
                <a:lnTo>
                  <a:pt x="99" y="121"/>
                </a:lnTo>
                <a:lnTo>
                  <a:pt x="102" y="123"/>
                </a:lnTo>
                <a:lnTo>
                  <a:pt x="105" y="124"/>
                </a:lnTo>
                <a:lnTo>
                  <a:pt x="108" y="126"/>
                </a:lnTo>
                <a:lnTo>
                  <a:pt x="112" y="127"/>
                </a:lnTo>
                <a:lnTo>
                  <a:pt x="115" y="126"/>
                </a:lnTo>
                <a:lnTo>
                  <a:pt x="119" y="124"/>
                </a:lnTo>
                <a:lnTo>
                  <a:pt x="122" y="123"/>
                </a:lnTo>
                <a:lnTo>
                  <a:pt x="125" y="121"/>
                </a:lnTo>
                <a:lnTo>
                  <a:pt x="127" y="119"/>
                </a:lnTo>
                <a:lnTo>
                  <a:pt x="128" y="115"/>
                </a:lnTo>
                <a:lnTo>
                  <a:pt x="129" y="112"/>
                </a:lnTo>
                <a:lnTo>
                  <a:pt x="129" y="108"/>
                </a:lnTo>
                <a:lnTo>
                  <a:pt x="129" y="44"/>
                </a:lnTo>
                <a:lnTo>
                  <a:pt x="129" y="40"/>
                </a:lnTo>
                <a:lnTo>
                  <a:pt x="128" y="37"/>
                </a:lnTo>
                <a:lnTo>
                  <a:pt x="127" y="33"/>
                </a:lnTo>
                <a:lnTo>
                  <a:pt x="125" y="31"/>
                </a:lnTo>
                <a:lnTo>
                  <a:pt x="122" y="29"/>
                </a:lnTo>
                <a:lnTo>
                  <a:pt x="119" y="28"/>
                </a:lnTo>
                <a:lnTo>
                  <a:pt x="115" y="26"/>
                </a:lnTo>
                <a:lnTo>
                  <a:pt x="112" y="26"/>
                </a:lnTo>
                <a:close/>
                <a:moveTo>
                  <a:pt x="223" y="26"/>
                </a:moveTo>
                <a:lnTo>
                  <a:pt x="223" y="26"/>
                </a:lnTo>
                <a:lnTo>
                  <a:pt x="219" y="26"/>
                </a:lnTo>
                <a:lnTo>
                  <a:pt x="216" y="28"/>
                </a:lnTo>
                <a:lnTo>
                  <a:pt x="213" y="29"/>
                </a:lnTo>
                <a:lnTo>
                  <a:pt x="210" y="31"/>
                </a:lnTo>
                <a:lnTo>
                  <a:pt x="207" y="33"/>
                </a:lnTo>
                <a:lnTo>
                  <a:pt x="206" y="37"/>
                </a:lnTo>
                <a:lnTo>
                  <a:pt x="205" y="40"/>
                </a:lnTo>
                <a:lnTo>
                  <a:pt x="205" y="44"/>
                </a:lnTo>
                <a:lnTo>
                  <a:pt x="205" y="108"/>
                </a:lnTo>
                <a:lnTo>
                  <a:pt x="205" y="112"/>
                </a:lnTo>
                <a:lnTo>
                  <a:pt x="206" y="115"/>
                </a:lnTo>
                <a:lnTo>
                  <a:pt x="207" y="119"/>
                </a:lnTo>
                <a:lnTo>
                  <a:pt x="210" y="121"/>
                </a:lnTo>
                <a:lnTo>
                  <a:pt x="213" y="123"/>
                </a:lnTo>
                <a:lnTo>
                  <a:pt x="216" y="124"/>
                </a:lnTo>
                <a:lnTo>
                  <a:pt x="219" y="126"/>
                </a:lnTo>
                <a:lnTo>
                  <a:pt x="223" y="127"/>
                </a:lnTo>
                <a:lnTo>
                  <a:pt x="223" y="127"/>
                </a:lnTo>
                <a:lnTo>
                  <a:pt x="226" y="126"/>
                </a:lnTo>
                <a:lnTo>
                  <a:pt x="230" y="124"/>
                </a:lnTo>
                <a:lnTo>
                  <a:pt x="233" y="123"/>
                </a:lnTo>
                <a:lnTo>
                  <a:pt x="235" y="121"/>
                </a:lnTo>
                <a:lnTo>
                  <a:pt x="238" y="119"/>
                </a:lnTo>
                <a:lnTo>
                  <a:pt x="239" y="115"/>
                </a:lnTo>
                <a:lnTo>
                  <a:pt x="240" y="112"/>
                </a:lnTo>
                <a:lnTo>
                  <a:pt x="240" y="108"/>
                </a:lnTo>
                <a:lnTo>
                  <a:pt x="240" y="44"/>
                </a:lnTo>
                <a:lnTo>
                  <a:pt x="240" y="40"/>
                </a:lnTo>
                <a:lnTo>
                  <a:pt x="239" y="37"/>
                </a:lnTo>
                <a:lnTo>
                  <a:pt x="238" y="33"/>
                </a:lnTo>
                <a:lnTo>
                  <a:pt x="235" y="31"/>
                </a:lnTo>
                <a:lnTo>
                  <a:pt x="233" y="29"/>
                </a:lnTo>
                <a:lnTo>
                  <a:pt x="230" y="28"/>
                </a:lnTo>
                <a:lnTo>
                  <a:pt x="226" y="26"/>
                </a:lnTo>
                <a:lnTo>
                  <a:pt x="223" y="26"/>
                </a:lnTo>
                <a:close/>
                <a:moveTo>
                  <a:pt x="331" y="26"/>
                </a:moveTo>
                <a:lnTo>
                  <a:pt x="328" y="26"/>
                </a:lnTo>
                <a:lnTo>
                  <a:pt x="324" y="28"/>
                </a:lnTo>
                <a:lnTo>
                  <a:pt x="321" y="29"/>
                </a:lnTo>
                <a:lnTo>
                  <a:pt x="318" y="31"/>
                </a:lnTo>
                <a:lnTo>
                  <a:pt x="316" y="33"/>
                </a:lnTo>
                <a:lnTo>
                  <a:pt x="315" y="37"/>
                </a:lnTo>
                <a:lnTo>
                  <a:pt x="314" y="40"/>
                </a:lnTo>
                <a:lnTo>
                  <a:pt x="314" y="44"/>
                </a:lnTo>
                <a:lnTo>
                  <a:pt x="314" y="108"/>
                </a:lnTo>
                <a:lnTo>
                  <a:pt x="314" y="112"/>
                </a:lnTo>
                <a:lnTo>
                  <a:pt x="315" y="115"/>
                </a:lnTo>
                <a:lnTo>
                  <a:pt x="316" y="119"/>
                </a:lnTo>
                <a:lnTo>
                  <a:pt x="318" y="121"/>
                </a:lnTo>
                <a:lnTo>
                  <a:pt x="321" y="123"/>
                </a:lnTo>
                <a:lnTo>
                  <a:pt x="324" y="124"/>
                </a:lnTo>
                <a:lnTo>
                  <a:pt x="328" y="126"/>
                </a:lnTo>
                <a:lnTo>
                  <a:pt x="331" y="127"/>
                </a:lnTo>
                <a:lnTo>
                  <a:pt x="331" y="127"/>
                </a:lnTo>
                <a:lnTo>
                  <a:pt x="335" y="126"/>
                </a:lnTo>
                <a:lnTo>
                  <a:pt x="338" y="124"/>
                </a:lnTo>
                <a:lnTo>
                  <a:pt x="340" y="123"/>
                </a:lnTo>
                <a:lnTo>
                  <a:pt x="344" y="121"/>
                </a:lnTo>
                <a:lnTo>
                  <a:pt x="346" y="119"/>
                </a:lnTo>
                <a:lnTo>
                  <a:pt x="347" y="115"/>
                </a:lnTo>
                <a:lnTo>
                  <a:pt x="349" y="112"/>
                </a:lnTo>
                <a:lnTo>
                  <a:pt x="349" y="108"/>
                </a:lnTo>
                <a:lnTo>
                  <a:pt x="349" y="44"/>
                </a:lnTo>
                <a:lnTo>
                  <a:pt x="349" y="40"/>
                </a:lnTo>
                <a:lnTo>
                  <a:pt x="347" y="37"/>
                </a:lnTo>
                <a:lnTo>
                  <a:pt x="346" y="33"/>
                </a:lnTo>
                <a:lnTo>
                  <a:pt x="344" y="31"/>
                </a:lnTo>
                <a:lnTo>
                  <a:pt x="340" y="29"/>
                </a:lnTo>
                <a:lnTo>
                  <a:pt x="338" y="28"/>
                </a:lnTo>
                <a:lnTo>
                  <a:pt x="335" y="26"/>
                </a:lnTo>
                <a:lnTo>
                  <a:pt x="331" y="26"/>
                </a:lnTo>
                <a:lnTo>
                  <a:pt x="331" y="26"/>
                </a:lnTo>
                <a:close/>
                <a:moveTo>
                  <a:pt x="101" y="185"/>
                </a:moveTo>
                <a:lnTo>
                  <a:pt x="101" y="225"/>
                </a:lnTo>
                <a:lnTo>
                  <a:pt x="163" y="225"/>
                </a:lnTo>
                <a:lnTo>
                  <a:pt x="163" y="185"/>
                </a:lnTo>
                <a:lnTo>
                  <a:pt x="101" y="185"/>
                </a:lnTo>
                <a:close/>
                <a:moveTo>
                  <a:pt x="192" y="185"/>
                </a:moveTo>
                <a:lnTo>
                  <a:pt x="192" y="225"/>
                </a:lnTo>
                <a:lnTo>
                  <a:pt x="254" y="225"/>
                </a:lnTo>
                <a:lnTo>
                  <a:pt x="254" y="185"/>
                </a:lnTo>
                <a:lnTo>
                  <a:pt x="192" y="185"/>
                </a:lnTo>
                <a:close/>
                <a:moveTo>
                  <a:pt x="280" y="185"/>
                </a:moveTo>
                <a:lnTo>
                  <a:pt x="280" y="225"/>
                </a:lnTo>
                <a:lnTo>
                  <a:pt x="340" y="225"/>
                </a:lnTo>
                <a:lnTo>
                  <a:pt x="340" y="185"/>
                </a:lnTo>
                <a:lnTo>
                  <a:pt x="280" y="185"/>
                </a:lnTo>
                <a:close/>
                <a:moveTo>
                  <a:pt x="101" y="250"/>
                </a:moveTo>
                <a:lnTo>
                  <a:pt x="101" y="290"/>
                </a:lnTo>
                <a:lnTo>
                  <a:pt x="163" y="290"/>
                </a:lnTo>
                <a:lnTo>
                  <a:pt x="163" y="250"/>
                </a:lnTo>
                <a:lnTo>
                  <a:pt x="101" y="250"/>
                </a:lnTo>
                <a:close/>
                <a:moveTo>
                  <a:pt x="192" y="250"/>
                </a:moveTo>
                <a:lnTo>
                  <a:pt x="192" y="290"/>
                </a:lnTo>
                <a:lnTo>
                  <a:pt x="254" y="290"/>
                </a:lnTo>
                <a:lnTo>
                  <a:pt x="254" y="250"/>
                </a:lnTo>
                <a:lnTo>
                  <a:pt x="192" y="250"/>
                </a:lnTo>
                <a:close/>
                <a:moveTo>
                  <a:pt x="280" y="250"/>
                </a:moveTo>
                <a:lnTo>
                  <a:pt x="280" y="290"/>
                </a:lnTo>
                <a:lnTo>
                  <a:pt x="340" y="290"/>
                </a:lnTo>
                <a:lnTo>
                  <a:pt x="340" y="250"/>
                </a:lnTo>
                <a:lnTo>
                  <a:pt x="280" y="250"/>
                </a:lnTo>
                <a:close/>
                <a:moveTo>
                  <a:pt x="102" y="344"/>
                </a:moveTo>
                <a:lnTo>
                  <a:pt x="80" y="318"/>
                </a:lnTo>
                <a:lnTo>
                  <a:pt x="63" y="328"/>
                </a:lnTo>
                <a:lnTo>
                  <a:pt x="102" y="344"/>
                </a:lnTo>
                <a:close/>
                <a:moveTo>
                  <a:pt x="51" y="305"/>
                </a:moveTo>
                <a:lnTo>
                  <a:pt x="77" y="291"/>
                </a:lnTo>
                <a:lnTo>
                  <a:pt x="86" y="285"/>
                </a:lnTo>
                <a:lnTo>
                  <a:pt x="93" y="293"/>
                </a:lnTo>
                <a:lnTo>
                  <a:pt x="146" y="353"/>
                </a:lnTo>
                <a:lnTo>
                  <a:pt x="393" y="353"/>
                </a:lnTo>
                <a:lnTo>
                  <a:pt x="393" y="102"/>
                </a:lnTo>
                <a:lnTo>
                  <a:pt x="374" y="102"/>
                </a:lnTo>
                <a:lnTo>
                  <a:pt x="374" y="108"/>
                </a:lnTo>
                <a:lnTo>
                  <a:pt x="374" y="117"/>
                </a:lnTo>
                <a:lnTo>
                  <a:pt x="371" y="126"/>
                </a:lnTo>
                <a:lnTo>
                  <a:pt x="367" y="133"/>
                </a:lnTo>
                <a:lnTo>
                  <a:pt x="362" y="140"/>
                </a:lnTo>
                <a:lnTo>
                  <a:pt x="356" y="144"/>
                </a:lnTo>
                <a:lnTo>
                  <a:pt x="347" y="149"/>
                </a:lnTo>
                <a:lnTo>
                  <a:pt x="339" y="151"/>
                </a:lnTo>
                <a:lnTo>
                  <a:pt x="331" y="152"/>
                </a:lnTo>
                <a:lnTo>
                  <a:pt x="331" y="152"/>
                </a:lnTo>
                <a:lnTo>
                  <a:pt x="322" y="151"/>
                </a:lnTo>
                <a:lnTo>
                  <a:pt x="314" y="149"/>
                </a:lnTo>
                <a:lnTo>
                  <a:pt x="307" y="144"/>
                </a:lnTo>
                <a:lnTo>
                  <a:pt x="301" y="140"/>
                </a:lnTo>
                <a:lnTo>
                  <a:pt x="295" y="133"/>
                </a:lnTo>
                <a:lnTo>
                  <a:pt x="291" y="126"/>
                </a:lnTo>
                <a:lnTo>
                  <a:pt x="288" y="117"/>
                </a:lnTo>
                <a:lnTo>
                  <a:pt x="288" y="108"/>
                </a:lnTo>
                <a:lnTo>
                  <a:pt x="288" y="102"/>
                </a:lnTo>
                <a:lnTo>
                  <a:pt x="266" y="102"/>
                </a:lnTo>
                <a:lnTo>
                  <a:pt x="266" y="108"/>
                </a:lnTo>
                <a:lnTo>
                  <a:pt x="266" y="117"/>
                </a:lnTo>
                <a:lnTo>
                  <a:pt x="262" y="126"/>
                </a:lnTo>
                <a:lnTo>
                  <a:pt x="259" y="133"/>
                </a:lnTo>
                <a:lnTo>
                  <a:pt x="253" y="140"/>
                </a:lnTo>
                <a:lnTo>
                  <a:pt x="247" y="144"/>
                </a:lnTo>
                <a:lnTo>
                  <a:pt x="240" y="149"/>
                </a:lnTo>
                <a:lnTo>
                  <a:pt x="232" y="151"/>
                </a:lnTo>
                <a:lnTo>
                  <a:pt x="223" y="152"/>
                </a:lnTo>
                <a:lnTo>
                  <a:pt x="223" y="152"/>
                </a:lnTo>
                <a:lnTo>
                  <a:pt x="214" y="151"/>
                </a:lnTo>
                <a:lnTo>
                  <a:pt x="206" y="149"/>
                </a:lnTo>
                <a:lnTo>
                  <a:pt x="198" y="144"/>
                </a:lnTo>
                <a:lnTo>
                  <a:pt x="192" y="140"/>
                </a:lnTo>
                <a:lnTo>
                  <a:pt x="186" y="133"/>
                </a:lnTo>
                <a:lnTo>
                  <a:pt x="183" y="126"/>
                </a:lnTo>
                <a:lnTo>
                  <a:pt x="179" y="117"/>
                </a:lnTo>
                <a:lnTo>
                  <a:pt x="179" y="108"/>
                </a:lnTo>
                <a:lnTo>
                  <a:pt x="179" y="102"/>
                </a:lnTo>
                <a:lnTo>
                  <a:pt x="156" y="102"/>
                </a:lnTo>
                <a:lnTo>
                  <a:pt x="156" y="108"/>
                </a:lnTo>
                <a:lnTo>
                  <a:pt x="155" y="117"/>
                </a:lnTo>
                <a:lnTo>
                  <a:pt x="153" y="126"/>
                </a:lnTo>
                <a:lnTo>
                  <a:pt x="148" y="133"/>
                </a:lnTo>
                <a:lnTo>
                  <a:pt x="143" y="140"/>
                </a:lnTo>
                <a:lnTo>
                  <a:pt x="136" y="144"/>
                </a:lnTo>
                <a:lnTo>
                  <a:pt x="129" y="149"/>
                </a:lnTo>
                <a:lnTo>
                  <a:pt x="121" y="151"/>
                </a:lnTo>
                <a:lnTo>
                  <a:pt x="112" y="152"/>
                </a:lnTo>
                <a:lnTo>
                  <a:pt x="112" y="152"/>
                </a:lnTo>
                <a:lnTo>
                  <a:pt x="104" y="151"/>
                </a:lnTo>
                <a:lnTo>
                  <a:pt x="95" y="149"/>
                </a:lnTo>
                <a:lnTo>
                  <a:pt x="87" y="144"/>
                </a:lnTo>
                <a:lnTo>
                  <a:pt x="81" y="140"/>
                </a:lnTo>
                <a:lnTo>
                  <a:pt x="76" y="133"/>
                </a:lnTo>
                <a:lnTo>
                  <a:pt x="72" y="126"/>
                </a:lnTo>
                <a:lnTo>
                  <a:pt x="70" y="117"/>
                </a:lnTo>
                <a:lnTo>
                  <a:pt x="69" y="108"/>
                </a:lnTo>
                <a:lnTo>
                  <a:pt x="69" y="102"/>
                </a:lnTo>
                <a:lnTo>
                  <a:pt x="51" y="102"/>
                </a:lnTo>
                <a:lnTo>
                  <a:pt x="51" y="305"/>
                </a:lnTo>
                <a:close/>
                <a:moveTo>
                  <a:pt x="25" y="51"/>
                </a:moveTo>
                <a:lnTo>
                  <a:pt x="69" y="51"/>
                </a:lnTo>
                <a:lnTo>
                  <a:pt x="69" y="44"/>
                </a:lnTo>
                <a:lnTo>
                  <a:pt x="70" y="35"/>
                </a:lnTo>
                <a:lnTo>
                  <a:pt x="72" y="26"/>
                </a:lnTo>
                <a:lnTo>
                  <a:pt x="76" y="19"/>
                </a:lnTo>
                <a:lnTo>
                  <a:pt x="81" y="12"/>
                </a:lnTo>
                <a:lnTo>
                  <a:pt x="87" y="8"/>
                </a:lnTo>
                <a:lnTo>
                  <a:pt x="95" y="3"/>
                </a:lnTo>
                <a:lnTo>
                  <a:pt x="104" y="1"/>
                </a:lnTo>
                <a:lnTo>
                  <a:pt x="112" y="0"/>
                </a:lnTo>
                <a:lnTo>
                  <a:pt x="121" y="1"/>
                </a:lnTo>
                <a:lnTo>
                  <a:pt x="129" y="3"/>
                </a:lnTo>
                <a:lnTo>
                  <a:pt x="136" y="8"/>
                </a:lnTo>
                <a:lnTo>
                  <a:pt x="143" y="12"/>
                </a:lnTo>
                <a:lnTo>
                  <a:pt x="148" y="19"/>
                </a:lnTo>
                <a:lnTo>
                  <a:pt x="153" y="26"/>
                </a:lnTo>
                <a:lnTo>
                  <a:pt x="155" y="35"/>
                </a:lnTo>
                <a:lnTo>
                  <a:pt x="156" y="44"/>
                </a:lnTo>
                <a:lnTo>
                  <a:pt x="156" y="51"/>
                </a:lnTo>
                <a:lnTo>
                  <a:pt x="179" y="51"/>
                </a:lnTo>
                <a:lnTo>
                  <a:pt x="179" y="44"/>
                </a:lnTo>
                <a:lnTo>
                  <a:pt x="179" y="35"/>
                </a:lnTo>
                <a:lnTo>
                  <a:pt x="183" y="26"/>
                </a:lnTo>
                <a:lnTo>
                  <a:pt x="186" y="19"/>
                </a:lnTo>
                <a:lnTo>
                  <a:pt x="192" y="12"/>
                </a:lnTo>
                <a:lnTo>
                  <a:pt x="198" y="8"/>
                </a:lnTo>
                <a:lnTo>
                  <a:pt x="206" y="3"/>
                </a:lnTo>
                <a:lnTo>
                  <a:pt x="214" y="1"/>
                </a:lnTo>
                <a:lnTo>
                  <a:pt x="223" y="0"/>
                </a:lnTo>
                <a:lnTo>
                  <a:pt x="223" y="0"/>
                </a:lnTo>
                <a:lnTo>
                  <a:pt x="232" y="1"/>
                </a:lnTo>
                <a:lnTo>
                  <a:pt x="240" y="3"/>
                </a:lnTo>
                <a:lnTo>
                  <a:pt x="247" y="8"/>
                </a:lnTo>
                <a:lnTo>
                  <a:pt x="253" y="12"/>
                </a:lnTo>
                <a:lnTo>
                  <a:pt x="259" y="19"/>
                </a:lnTo>
                <a:lnTo>
                  <a:pt x="262" y="26"/>
                </a:lnTo>
                <a:lnTo>
                  <a:pt x="266" y="35"/>
                </a:lnTo>
                <a:lnTo>
                  <a:pt x="266" y="44"/>
                </a:lnTo>
                <a:lnTo>
                  <a:pt x="266" y="51"/>
                </a:lnTo>
                <a:lnTo>
                  <a:pt x="288" y="51"/>
                </a:lnTo>
                <a:lnTo>
                  <a:pt x="288" y="44"/>
                </a:lnTo>
                <a:lnTo>
                  <a:pt x="288" y="35"/>
                </a:lnTo>
                <a:lnTo>
                  <a:pt x="291" y="26"/>
                </a:lnTo>
                <a:lnTo>
                  <a:pt x="295" y="19"/>
                </a:lnTo>
                <a:lnTo>
                  <a:pt x="301" y="12"/>
                </a:lnTo>
                <a:lnTo>
                  <a:pt x="307" y="8"/>
                </a:lnTo>
                <a:lnTo>
                  <a:pt x="314" y="3"/>
                </a:lnTo>
                <a:lnTo>
                  <a:pt x="322" y="1"/>
                </a:lnTo>
                <a:lnTo>
                  <a:pt x="331" y="0"/>
                </a:lnTo>
                <a:lnTo>
                  <a:pt x="331" y="0"/>
                </a:lnTo>
                <a:lnTo>
                  <a:pt x="339" y="1"/>
                </a:lnTo>
                <a:lnTo>
                  <a:pt x="347" y="3"/>
                </a:lnTo>
                <a:lnTo>
                  <a:pt x="356" y="8"/>
                </a:lnTo>
                <a:lnTo>
                  <a:pt x="362" y="12"/>
                </a:lnTo>
                <a:lnTo>
                  <a:pt x="367" y="19"/>
                </a:lnTo>
                <a:lnTo>
                  <a:pt x="371" y="26"/>
                </a:lnTo>
                <a:lnTo>
                  <a:pt x="374" y="35"/>
                </a:lnTo>
                <a:lnTo>
                  <a:pt x="374" y="44"/>
                </a:lnTo>
                <a:lnTo>
                  <a:pt x="374" y="51"/>
                </a:lnTo>
                <a:lnTo>
                  <a:pt x="419" y="51"/>
                </a:lnTo>
                <a:lnTo>
                  <a:pt x="444" y="51"/>
                </a:lnTo>
                <a:lnTo>
                  <a:pt x="444" y="77"/>
                </a:lnTo>
                <a:lnTo>
                  <a:pt x="444" y="379"/>
                </a:lnTo>
                <a:lnTo>
                  <a:pt x="444" y="405"/>
                </a:lnTo>
                <a:lnTo>
                  <a:pt x="419" y="405"/>
                </a:lnTo>
                <a:lnTo>
                  <a:pt x="121" y="405"/>
                </a:lnTo>
                <a:lnTo>
                  <a:pt x="116" y="405"/>
                </a:lnTo>
                <a:lnTo>
                  <a:pt x="112" y="403"/>
                </a:lnTo>
                <a:lnTo>
                  <a:pt x="16" y="365"/>
                </a:lnTo>
                <a:lnTo>
                  <a:pt x="0" y="358"/>
                </a:lnTo>
                <a:lnTo>
                  <a:pt x="0" y="340"/>
                </a:lnTo>
                <a:lnTo>
                  <a:pt x="0" y="77"/>
                </a:lnTo>
                <a:lnTo>
                  <a:pt x="0" y="51"/>
                </a:lnTo>
                <a:lnTo>
                  <a:pt x="25" y="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cs typeface="汉仪旗黑-55简" panose="00020600040101010101" charset="-128"/>
            </a:endParaRPr>
          </a:p>
        </p:txBody>
      </p:sp>
      <p:sp>
        <p:nvSpPr>
          <p:cNvPr id="38" name="Docer Falling Dust PPT demo 10"/>
          <p:cNvSpPr/>
          <p:nvPr/>
        </p:nvSpPr>
        <p:spPr>
          <a:xfrm>
            <a:off x="8538935" y="3659557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显示记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录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40" name="Docer Falling Dust PPT demo 10"/>
          <p:cNvSpPr/>
          <p:nvPr/>
        </p:nvSpPr>
        <p:spPr>
          <a:xfrm>
            <a:off x="2096046" y="1726095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修改记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录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41" name="Docer Falling Dust PPT demo 9"/>
          <p:cNvSpPr/>
          <p:nvPr/>
        </p:nvSpPr>
        <p:spPr>
          <a:xfrm>
            <a:off x="2413468" y="1355866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模块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二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44" name="Docer Falling Dust PPT demo 10"/>
          <p:cNvSpPr/>
          <p:nvPr/>
        </p:nvSpPr>
        <p:spPr>
          <a:xfrm>
            <a:off x="1349950" y="4153583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插入新记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录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66" name="Docer Falling Dust PPT demo 9"/>
          <p:cNvSpPr/>
          <p:nvPr/>
        </p:nvSpPr>
        <p:spPr>
          <a:xfrm>
            <a:off x="1667372" y="3757954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模块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一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69" name="Docer Falling Dust PPT demo 10"/>
          <p:cNvSpPr/>
          <p:nvPr/>
        </p:nvSpPr>
        <p:spPr>
          <a:xfrm>
            <a:off x="7153382" y="1726095"/>
            <a:ext cx="2720777" cy="414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删除记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旗黑-55简" panose="00020600040101010101" charset="-128"/>
                <a:ea typeface="汉仪旗黑-55简" panose="00020600040101010101" charset="-128"/>
                <a:cs typeface="+mn-ea"/>
                <a:sym typeface="汉仪旗黑-55简" panose="00020600040101010101" charset="-128"/>
              </a:rPr>
              <a:t>录</a:t>
            </a:r>
            <a:endParaRPr lang="zh-CN" altLang="en-US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汉仪旗黑-55简" panose="00020600040101010101" charset="-128"/>
              <a:ea typeface="汉仪旗黑-55简" panose="00020600040101010101" charset="-128"/>
              <a:cs typeface="+mn-ea"/>
              <a:sym typeface="汉仪旗黑-55简" panose="00020600040101010101" charset="-128"/>
            </a:endParaRPr>
          </a:p>
        </p:txBody>
      </p:sp>
      <p:sp>
        <p:nvSpPr>
          <p:cNvPr id="70" name="Docer Falling Dust PPT demo 9"/>
          <p:cNvSpPr/>
          <p:nvPr/>
        </p:nvSpPr>
        <p:spPr>
          <a:xfrm>
            <a:off x="7153382" y="1343166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模块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三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  <p:sp>
        <p:nvSpPr>
          <p:cNvPr id="8" name="Docer Falling Dust PPT demo 9"/>
          <p:cNvSpPr/>
          <p:nvPr/>
        </p:nvSpPr>
        <p:spPr>
          <a:xfrm>
            <a:off x="8320512" y="3045601"/>
            <a:ext cx="2359797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模块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汉仪旗黑-55简" panose="00020600040101010101" charset="-128"/>
              </a:rPr>
              <a:t>四</a:t>
            </a:r>
            <a:endPara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汉仪旗黑-55简" panose="0002060004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bldLvl="0" animBg="1"/>
      <p:bldP spid="27" grpId="0" bldLvl="0" animBg="1"/>
      <p:bldP spid="28" grpId="0" bldLvl="0" animBg="1"/>
      <p:bldP spid="7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/>
      <p:bldP spid="40" grpId="0"/>
      <p:bldP spid="41" grpId="0"/>
      <p:bldP spid="44" grpId="0"/>
      <p:bldP spid="66" grpId="0"/>
      <p:bldP spid="69" grpId="0"/>
      <p:bldP spid="70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模块</a:t>
            </a:r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一。。。。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算法逻辑与复杂度分析（以排序/搜索算法为例）  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r="113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3035" y="141605"/>
            <a:ext cx="11885930" cy="657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5" y="418783"/>
            <a:ext cx="841290" cy="364490"/>
            <a:chOff x="-1203" y="9284"/>
            <a:chExt cx="3431" cy="546"/>
          </a:xfrm>
        </p:grpSpPr>
        <p:sp>
          <p:nvSpPr>
            <p:cNvPr id="25" name="矩形 24"/>
            <p:cNvSpPr/>
            <p:nvPr/>
          </p:nvSpPr>
          <p:spPr>
            <a:xfrm>
              <a:off x="-1203" y="9284"/>
              <a:ext cx="2610" cy="54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91" y="9284"/>
              <a:ext cx="537" cy="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汉仪旗黑-55简" panose="00020600040101010101" charset="-128"/>
                <a:ea typeface="汉仪旗黑-55简" panose="00020600040101010101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48360" y="371475"/>
            <a:ext cx="47548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 dirty="0" smtClean="0">
                <a:solidFill>
                  <a:schemeClr val="tx1"/>
                </a:solidFill>
                <a:latin typeface="汉仪雅酷黑 65W" panose="020B0604020202020204" charset="-122"/>
                <a:ea typeface="汉仪雅酷黑 65W" panose="020B0604020202020204" charset="-122"/>
                <a:cs typeface="+mn-ea"/>
                <a:sym typeface="+mn-lt"/>
              </a:rPr>
              <a:t>作品简要介绍</a:t>
            </a:r>
            <a:endParaRPr lang="zh-CN" altLang="en-US" sz="2400" dirty="0" smtClean="0">
              <a:solidFill>
                <a:schemeClr val="tx1"/>
              </a:solidFill>
              <a:latin typeface="汉仪雅酷黑 65W" panose="020B0604020202020204" charset="-122"/>
              <a:ea typeface="汉仪雅酷黑 65W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关键代码细节解析（指针/内存/函数调用）  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mRmNmQ1MjlhNDc0M2Y1ODQwYWExY2EzNTQxNWUxYjkifQ=="/>
</p:tagLst>
</file>

<file path=ppt/theme/theme1.xml><?xml version="1.0" encoding="utf-8"?>
<a:theme xmlns:a="http://schemas.openxmlformats.org/drawingml/2006/main" name="Office 主题">
  <a:themeElements>
    <a:clrScheme name="自定义 441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3A6ECE"/>
      </a:accent1>
      <a:accent2>
        <a:srgbClr val="0F86FA"/>
      </a:accent2>
      <a:accent3>
        <a:srgbClr val="3A6ECE"/>
      </a:accent3>
      <a:accent4>
        <a:srgbClr val="0F86FA"/>
      </a:accent4>
      <a:accent5>
        <a:srgbClr val="3A6ECE"/>
      </a:accent5>
      <a:accent6>
        <a:srgbClr val="0F86FA"/>
      </a:accent6>
      <a:hlink>
        <a:srgbClr val="1B587C"/>
      </a:hlink>
      <a:folHlink>
        <a:srgbClr val="0D2C3E"/>
      </a:folHlink>
    </a:clrScheme>
    <a:fontScheme name="Temp">
      <a:majorFont>
        <a:latin typeface="汉仪旗黑-55简"/>
        <a:ea typeface="汉仪旗黑-55简"/>
        <a:cs typeface=""/>
      </a:majorFont>
      <a:minorFont>
        <a:latin typeface="汉仪旗黑-55简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5简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WPS 文字</Application>
  <PresentationFormat>宽屏</PresentationFormat>
  <Paragraphs>148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汉仪旗黑-55简</vt:lpstr>
      <vt:lpstr>汉仪中黑KW</vt:lpstr>
      <vt:lpstr>汉仪雅酷黑 65W</vt:lpstr>
      <vt:lpstr>微软雅黑</vt:lpstr>
      <vt:lpstr>Calibri</vt:lpstr>
      <vt:lpstr>宋体</vt:lpstr>
      <vt:lpstr>Times New Roman</vt:lpstr>
      <vt:lpstr>微软雅黑</vt:lpstr>
      <vt:lpstr>汉仪旗黑</vt:lpstr>
      <vt:lpstr>宋体</vt:lpstr>
      <vt:lpstr>Arial Unicode MS</vt:lpstr>
      <vt:lpstr>Helvetica Neue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HL81829782</dc:creator>
  <cp:lastModifiedBy>流星雨</cp:lastModifiedBy>
  <cp:revision>31</cp:revision>
  <dcterms:created xsi:type="dcterms:W3CDTF">2026-05-28T07:32:30Z</dcterms:created>
  <dcterms:modified xsi:type="dcterms:W3CDTF">2026-05-28T07:32:30Z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4C0E0F39671F11F5E063356891F38799_41</vt:lpwstr>
  </property>
  <property fmtid="{D5CDD505-2E9C-101B-9397-08002B2CF9AE}" pid="3" name="KSOProductBuildVer">
    <vt:lpwstr>2052-6.12.1.8902</vt:lpwstr>
  </property>
  <property fmtid="{D5CDD505-2E9C-101B-9397-08002B2CF9AE}" pid="4" name="KSOTemplateUUID">
    <vt:lpwstr>v1.0_mb_Vrk/DjZQoi+mlAN/T92/KQ==</vt:lpwstr>
  </property>
</Properties>
</file>