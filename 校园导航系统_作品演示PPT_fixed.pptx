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handoutMasterIdLst>
    <p:handoutMasterId r:id="rId16"/>
  </p:handoutMasterIdLst>
  <p:sldIdLst>
    <p:sldId id="308" r:id="rId3"/>
    <p:sldId id="258" r:id="rId4"/>
    <p:sldId id="259" r:id="rId6"/>
    <p:sldId id="328" r:id="rId7"/>
    <p:sldId id="342" r:id="rId8"/>
    <p:sldId id="333" r:id="rId9"/>
    <p:sldId id="329" r:id="rId10"/>
    <p:sldId id="337" r:id="rId11"/>
    <p:sldId id="331" r:id="rId12"/>
    <p:sldId id="338" r:id="rId13"/>
    <p:sldId id="305" r:id="rId14"/>
    <p:sldId id="336" r:id="rId15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123" initials="1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7" autoAdjust="0"/>
    <p:restoredTop sz="94660"/>
  </p:normalViewPr>
  <p:slideViewPr>
    <p:cSldViewPr snapToGrid="0">
      <p:cViewPr>
        <p:scale>
          <a:sx n="75" d="100"/>
          <a:sy n="75" d="100"/>
        </p:scale>
        <p:origin x="636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旗黑-55简" panose="00020600040101010101" charset="-128"/>
              <a:ea typeface="汉仪旗黑-55简" panose="00020600040101010101" charset="-128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汉仪旗黑-55简" panose="00020600040101010101" charset="-128"/>
              </a:rPr>
            </a:fld>
            <a:endParaRPr lang="zh-CN" altLang="en-US">
              <a:latin typeface="汉仪旗黑-55简" panose="00020600040101010101" charset="-128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旗黑-55简" panose="00020600040101010101" charset="-128"/>
              <a:ea typeface="汉仪旗黑-55简" panose="00020600040101010101" charset="-128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汉仪旗黑-55简" panose="00020600040101010101" charset="-128"/>
              </a:rPr>
            </a:fld>
            <a:endParaRPr lang="zh-CN" altLang="en-US">
              <a:latin typeface="汉仪旗黑-55简" panose="00020600040101010101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旗黑-55简" panose="00020600040101010101" charset="-128"/>
        <a:ea typeface="汉仪旗黑-55简" panose="00020600040101010101" charset="-128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旗黑-55简" panose="00020600040101010101" charset="-128"/>
        <a:ea typeface="汉仪旗黑-55简" panose="00020600040101010101" charset="-128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旗黑-55简" panose="00020600040101010101" charset="-128"/>
        <a:ea typeface="汉仪旗黑-55简" panose="00020600040101010101" charset="-128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旗黑-55简" panose="00020600040101010101" charset="-128"/>
        <a:ea typeface="汉仪旗黑-55简" panose="00020600040101010101" charset="-128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旗黑-55简" panose="00020600040101010101" charset="-128"/>
        <a:ea typeface="汉仪旗黑-55简" panose="00020600040101010101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组合 5"/>
          <p:cNvGrpSpPr/>
          <p:nvPr userDrawn="1"/>
        </p:nvGrpSpPr>
        <p:grpSpPr>
          <a:xfrm>
            <a:off x="103505" y="0"/>
            <a:ext cx="11969750" cy="6859905"/>
            <a:chOff x="2445" y="1541"/>
            <a:chExt cx="14310" cy="7718"/>
          </a:xfrm>
        </p:grpSpPr>
        <p:sp>
          <p:nvSpPr>
            <p:cNvPr id="13" name="矩形 12"/>
            <p:cNvSpPr/>
            <p:nvPr/>
          </p:nvSpPr>
          <p:spPr>
            <a:xfrm>
              <a:off x="2445" y="1542"/>
              <a:ext cx="14310" cy="771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2552" y="1541"/>
              <a:ext cx="14097" cy="77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汉仪旗黑-55简" panose="00020600040101010101" charset="-128"/>
          <a:ea typeface="汉仪旗黑-55简" panose="00020600040101010101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汉仪旗黑-55简" panose="00020600040101010101" charset="-128"/>
          <a:ea typeface="汉仪旗黑-55简" panose="00020600040101010101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汉仪旗黑-55简" panose="00020600040101010101" charset="-128"/>
          <a:ea typeface="汉仪旗黑-55简" panose="00020600040101010101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汉仪旗黑-55简" panose="00020600040101010101" charset="-128"/>
          <a:ea typeface="汉仪旗黑-55简" panose="00020600040101010101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汉仪旗黑-55简" panose="00020600040101010101" charset="-128"/>
          <a:ea typeface="汉仪旗黑-55简" panose="00020600040101010101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汉仪旗黑-55简" panose="00020600040101010101" charset="-128"/>
          <a:ea typeface="汉仪旗黑-55简" panose="00020600040101010101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Img1000" Type="http://schemas.openxmlformats.org/officeDocument/2006/relationships/image" Target="../media/arch.png"/><Relationship Id="rIdN500" Type="http://schemas.openxmlformats.org/officeDocument/2006/relationships/image" Target="../media/arch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Relationship Id="rIdImg1001" Type="http://schemas.openxmlformats.org/officeDocument/2006/relationships/image" Target="../media/pic01.png"/><Relationship Id="rIdImg1002" Type="http://schemas.openxmlformats.org/officeDocument/2006/relationships/image" Target="../media/pic02.png"/><Relationship Id="rIdImg1003" Type="http://schemas.openxmlformats.org/officeDocument/2006/relationships/image" Target="../media/pic03.png"/><Relationship Id="rIdImg1004" Type="http://schemas.openxmlformats.org/officeDocument/2006/relationships/image" Target="../media/pic04.png"/><Relationship Id="rIdImg1005" Type="http://schemas.openxmlformats.org/officeDocument/2006/relationships/image" Target="../media/pic05.png"/><Relationship Id="rIdImg1006" Type="http://schemas.openxmlformats.org/officeDocument/2006/relationships/image" Target="../media/pic06.png"/><Relationship Id="rIdImg1007" Type="http://schemas.openxmlformats.org/officeDocument/2006/relationships/image" Target="../media/pic07.png"/><Relationship Id="rIdImg1008" Type="http://schemas.openxmlformats.org/officeDocument/2006/relationships/image" Target="../media/pic08.png"/><Relationship Id="rIdImg1009" Type="http://schemas.openxmlformats.org/officeDocument/2006/relationships/image" Target="../media/pic09.png"/><Relationship Id="rIdImg1010" Type="http://schemas.openxmlformats.org/officeDocument/2006/relationships/image" Target="../media/pic10.png"/><Relationship Id="rIdImg1011" Type="http://schemas.openxmlformats.org/officeDocument/2006/relationships/image" Target="../media/pic11.png"/><Relationship Id="rIdN501" Type="http://schemas.openxmlformats.org/officeDocument/2006/relationships/image" Target="../media/pic01.png"/><Relationship Id="rIdN502" Type="http://schemas.openxmlformats.org/officeDocument/2006/relationships/image" Target="../media/pic02.png"/><Relationship Id="rIdN503" Type="http://schemas.openxmlformats.org/officeDocument/2006/relationships/image" Target="../media/pic03.png"/><Relationship Id="rIdN504" Type="http://schemas.openxmlformats.org/officeDocument/2006/relationships/image" Target="../media/pic04.png"/><Relationship Id="rIdN505" Type="http://schemas.openxmlformats.org/officeDocument/2006/relationships/image" Target="../media/pic05.png"/><Relationship Id="rIdN506" Type="http://schemas.openxmlformats.org/officeDocument/2006/relationships/image" Target="../media/pic06.png"/><Relationship Id="rIdN507" Type="http://schemas.openxmlformats.org/officeDocument/2006/relationships/image" Target="../media/pic07.png"/><Relationship Id="rIdN508" Type="http://schemas.openxmlformats.org/officeDocument/2006/relationships/image" Target="../media/pic08.png"/><Relationship Id="rIdN509" Type="http://schemas.openxmlformats.org/officeDocument/2006/relationships/image" Target="../media/pic09.png"/><Relationship Id="rIdN510" Type="http://schemas.openxmlformats.org/officeDocument/2006/relationships/image" Target="../media/pic10.png"/><Relationship Id="rIdN511" Type="http://schemas.openxmlformats.org/officeDocument/2006/relationships/image" Target="../media/pic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Relationship Id="rIdImg1012" Type="http://schemas.openxmlformats.org/officeDocument/2006/relationships/image" Target="../media/mod01.png"/><Relationship Id="rIdImg1013" Type="http://schemas.openxmlformats.org/officeDocument/2006/relationships/image" Target="../media/mod02.png"/><Relationship Id="rIdImg1014" Type="http://schemas.openxmlformats.org/officeDocument/2006/relationships/image" Target="../media/mod03.png"/><Relationship Id="rIdImg1015" Type="http://schemas.openxmlformats.org/officeDocument/2006/relationships/image" Target="../media/mod04.png"/><Relationship Id="rIdImg1016" Type="http://schemas.openxmlformats.org/officeDocument/2006/relationships/image" Target="../media/mod05.png"/><Relationship Id="rIdImg1017" Type="http://schemas.openxmlformats.org/officeDocument/2006/relationships/image" Target="../media/mod06.png"/><Relationship Id="rIdN512" Type="http://schemas.openxmlformats.org/officeDocument/2006/relationships/image" Target="../media/mod01.png"/><Relationship Id="rIdN513" Type="http://schemas.openxmlformats.org/officeDocument/2006/relationships/image" Target="../media/mod02.png"/><Relationship Id="rIdN514" Type="http://schemas.openxmlformats.org/officeDocument/2006/relationships/image" Target="../media/mod03.png"/><Relationship Id="rIdN515" Type="http://schemas.openxmlformats.org/officeDocument/2006/relationships/image" Target="../media/mod04.png"/><Relationship Id="rIdN516" Type="http://schemas.openxmlformats.org/officeDocument/2006/relationships/image" Target="../media/mod05.png"/><Relationship Id="rIdN517" Type="http://schemas.openxmlformats.org/officeDocument/2006/relationships/image" Target="../media/mod0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Relationship Id="rIdImg1018" Type="http://schemas.openxmlformats.org/officeDocument/2006/relationships/image" Target="../media/alg01.png"/><Relationship Id="rIdImg1019" Type="http://schemas.openxmlformats.org/officeDocument/2006/relationships/image" Target="../media/alg02.png"/><Relationship Id="rIdN518" Type="http://schemas.openxmlformats.org/officeDocument/2006/relationships/image" Target="../media/alg01.png"/><Relationship Id="rIdN519" Type="http://schemas.openxmlformats.org/officeDocument/2006/relationships/image" Target="../media/alg0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1858127"/>
            <a:ext cx="12192000" cy="490010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1957891"/>
            <a:ext cx="12192000" cy="4900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28097" y="594225"/>
            <a:ext cx="8006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b="0" i="0" dirty="0" smtClean="0">
                <a:solidFill>
                  <a:schemeClr val="bg1"/>
                </a:solidFill>
                <a:effectLst/>
                <a:latin typeface="汉仪雅酷黑 65W" panose="020B0604020202020204" charset="-122"/>
                <a:ea typeface="汉仪雅酷黑 65W" panose="020B0604020202020204" charset="-122"/>
              </a:rPr>
              <a:t>《基础程序设计实训》作品展</a:t>
            </a:r>
            <a:r>
              <a:rPr lang="zh-CN" altLang="en-US" sz="4400" b="0" i="0" dirty="0" smtClean="0">
                <a:solidFill>
                  <a:schemeClr val="bg1"/>
                </a:solidFill>
                <a:effectLst/>
                <a:latin typeface="汉仪雅酷黑 65W" panose="020B0604020202020204" charset="-122"/>
                <a:ea typeface="汉仪雅酷黑 65W" panose="020B0604020202020204" charset="-122"/>
              </a:rPr>
              <a:t>示</a:t>
            </a:r>
            <a:endParaRPr lang="zh-CN" altLang="en-US" sz="4400" b="0" i="0" dirty="0" smtClean="0">
              <a:solidFill>
                <a:schemeClr val="bg1"/>
              </a:solidFill>
              <a:effectLst/>
              <a:latin typeface="汉仪雅酷黑 65W" panose="020B0604020202020204" charset="-122"/>
              <a:ea typeface="汉仪雅酷黑 65W" panose="020B0604020202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6791" y="2816827"/>
            <a:ext cx="50596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4800" dirty="0" smtClean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学生成</a:t>
            </a:r>
            <a:r>
              <a:rPr lang="zh-CN" altLang="en-US" sz="4800" dirty="0" smtClean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绩管理系统</a:t>
            </a:r>
            <a:endParaRPr lang="zh-CN" altLang="en-US" sz="4800" dirty="0" smtClean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77297" y="4951013"/>
            <a:ext cx="319024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  <a:sym typeface="+mn-lt"/>
              </a:rPr>
              <a:t>汇报人学号</a:t>
            </a:r>
            <a:r>
              <a:rPr lang="zh-CN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  <a:sym typeface="+mn-lt"/>
              </a:rPr>
              <a:t>：</a:t>
            </a:r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  <a:sym typeface="+mn-lt"/>
              </a:rPr>
              <a:t>202501150111</a:t>
            </a:r>
            <a:endParaRPr lang="zh-CN" altLang="en-US" sz="2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  <a:sym typeface="+mn-lt"/>
            </a:endParaRPr>
          </a:p>
          <a:p>
            <a:pPr>
              <a:defRPr/>
            </a:pPr>
            <a:r>
              <a:rPr lang="zh-CN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  <a:sym typeface="+mn-lt"/>
              </a:rPr>
              <a:t>汇报人姓名：李泽锐</a:t>
            </a:r>
            <a:endParaRPr lang="zh-CN" altLang="en-US" sz="2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510220" y="5100873"/>
            <a:ext cx="21539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  <a:sym typeface="+mn-lt"/>
              </a:rPr>
              <a:t>时间：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  <a:sym typeface="+mn-lt"/>
              </a:rPr>
              <a:t>2026-6-9</a:t>
            </a:r>
            <a:endParaRPr lang="en-US" altLang="zh-CN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52170" y="4018915"/>
            <a:ext cx="537845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latinLnBrk="1"/>
            <a:endParaRPr sz="2000" spc="300" dirty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汉仪旗黑-55简" panose="00020600040101010101" charset="-128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142480" y="3008630"/>
            <a:ext cx="4592320" cy="3134995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1962765" y="3008630"/>
            <a:ext cx="229235" cy="31311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等腰三角形 18"/>
          <p:cNvSpPr/>
          <p:nvPr/>
        </p:nvSpPr>
        <p:spPr>
          <a:xfrm rot="16200000">
            <a:off x="10887075" y="5187950"/>
            <a:ext cx="584200" cy="58420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142480" y="2594610"/>
            <a:ext cx="125095" cy="7696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汉仪旗黑-55简" panose="00020600040101010101" charset="-128"/>
              <a:ea typeface="汉仪旗黑-55简" panose="00020600040101010101" charset="-128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14985" y="6191250"/>
            <a:ext cx="962660" cy="241300"/>
            <a:chOff x="871" y="9284"/>
            <a:chExt cx="2176" cy="546"/>
          </a:xfrm>
        </p:grpSpPr>
        <p:sp>
          <p:nvSpPr>
            <p:cNvPr id="25" name="矩形 24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7392035" y="2594610"/>
            <a:ext cx="962660" cy="241300"/>
            <a:chOff x="871" y="9284"/>
            <a:chExt cx="2176" cy="546"/>
          </a:xfrm>
        </p:grpSpPr>
        <p:sp>
          <p:nvSpPr>
            <p:cNvPr id="16" name="矩形 15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100" name="矩形 99"/>
          <p:cNvSpPr/>
          <p:nvPr/>
        </p:nvSpPr>
        <p:spPr>
          <a:xfrm>
            <a:off x="877570" y="4319270"/>
            <a:ext cx="289433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>
              <a:buClrTx/>
              <a:buSzTx/>
              <a:buFontTx/>
              <a:defRPr/>
            </a:pPr>
            <a:r>
              <a:rPr lang="en-US" altLang="zh-CN" sz="2400" dirty="0">
                <a:gradFill flip="none" rotWithShape="1">
                  <a:gsLst>
                    <a:gs pos="0">
                      <a:schemeClr val="accent1">
                        <a:shade val="30000"/>
                        <a:satMod val="115000"/>
                      </a:schemeClr>
                    </a:gs>
                    <a:gs pos="50000">
                      <a:schemeClr val="accent1"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汉仪雅酷黑 65W" panose="020B0604020202020204" charset="-122"/>
                <a:ea typeface="汉仪雅酷黑 65W" panose="020B0604020202020204" charset="-122"/>
                <a:cs typeface="汉仪雅酷黑 65W" panose="020B0604020202020204" charset="-122"/>
                <a:sym typeface="+mn-ea"/>
              </a:rPr>
              <a:t>2025</a:t>
            </a:r>
            <a:r>
              <a:rPr lang="zh-CN" altLang="en-US" sz="2400" dirty="0">
                <a:gradFill flip="none" rotWithShape="1">
                  <a:gsLst>
                    <a:gs pos="0">
                      <a:schemeClr val="accent1">
                        <a:shade val="30000"/>
                        <a:satMod val="115000"/>
                      </a:schemeClr>
                    </a:gs>
                    <a:gs pos="50000">
                      <a:schemeClr val="accent1"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汉仪雅酷黑 65W" panose="020B0604020202020204" charset="-122"/>
                <a:ea typeface="汉仪雅酷黑 65W" panose="020B0604020202020204" charset="-122"/>
                <a:cs typeface="汉仪雅酷黑 65W" panose="020B0604020202020204" charset="-122"/>
                <a:sym typeface="+mn-ea"/>
              </a:rPr>
              <a:t>级软件工程</a:t>
            </a:r>
            <a:r>
              <a:rPr lang="en-US" altLang="zh-CN" sz="2400" dirty="0">
                <a:gradFill flip="none" rotWithShape="1">
                  <a:gsLst>
                    <a:gs pos="0">
                      <a:schemeClr val="accent1">
                        <a:shade val="30000"/>
                        <a:satMod val="115000"/>
                      </a:schemeClr>
                    </a:gs>
                    <a:gs pos="50000">
                      <a:schemeClr val="accent1"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汉仪雅酷黑 65W" panose="020B0604020202020204" charset="-122"/>
                <a:ea typeface="汉仪雅酷黑 65W" panose="020B0604020202020204" charset="-122"/>
                <a:cs typeface="汉仪雅酷黑 65W" panose="020B0604020202020204" charset="-122"/>
                <a:sym typeface="+mn-ea"/>
              </a:rPr>
              <a:t>1</a:t>
            </a:r>
            <a:r>
              <a:rPr lang="zh-CN" altLang="en-US" sz="2400" dirty="0">
                <a:gradFill flip="none" rotWithShape="1">
                  <a:gsLst>
                    <a:gs pos="0">
                      <a:schemeClr val="accent1">
                        <a:shade val="30000"/>
                        <a:satMod val="115000"/>
                      </a:schemeClr>
                    </a:gs>
                    <a:gs pos="50000">
                      <a:schemeClr val="accent1"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汉仪雅酷黑 65W" panose="020B0604020202020204" charset="-122"/>
                <a:ea typeface="汉仪雅酷黑 65W" panose="020B0604020202020204" charset="-122"/>
                <a:cs typeface="汉仪雅酷黑 65W" panose="020B0604020202020204" charset="-122"/>
                <a:sym typeface="+mn-ea"/>
              </a:rPr>
              <a:t>班</a:t>
            </a:r>
            <a:endParaRPr lang="zh-CN" altLang="en-US" sz="2400" dirty="0">
              <a:gradFill flip="none" rotWithShape="1">
                <a:gsLst>
                  <a:gs pos="0">
                    <a:schemeClr val="accent1">
                      <a:shade val="30000"/>
                      <a:satMod val="115000"/>
                    </a:schemeClr>
                  </a:gs>
                  <a:gs pos="50000">
                    <a:schemeClr val="accent1">
                      <a:shade val="67500"/>
                      <a:satMod val="115000"/>
                    </a:schemeClr>
                  </a:gs>
                  <a:gs pos="100000">
                    <a:schemeClr val="accent1"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atin typeface="汉仪雅酷黑 65W" panose="020B0604020202020204" charset="-122"/>
              <a:ea typeface="汉仪雅酷黑 65W" panose="020B0604020202020204" charset="-122"/>
              <a:cs typeface="汉仪雅酷黑 65W" panose="020B0604020202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1858127"/>
            <a:ext cx="12192000" cy="490010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1957891"/>
            <a:ext cx="12192000" cy="4900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868680" y="3093085"/>
            <a:ext cx="4733290" cy="3134995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68680" y="2585085"/>
            <a:ext cx="125095" cy="7696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120140" y="2584450"/>
            <a:ext cx="340995" cy="3467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1640840" y="2584450"/>
            <a:ext cx="340995" cy="3467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2161540" y="2584450"/>
            <a:ext cx="340995" cy="3467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92389" y="596401"/>
            <a:ext cx="1637873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defRPr/>
            </a:pPr>
            <a:r>
              <a:rPr lang="zh-CN" altLang="en-US" sz="5400" b="1" dirty="0">
                <a:solidFill>
                  <a:schemeClr val="bg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目录</a:t>
            </a:r>
            <a:endParaRPr lang="zh-CN" altLang="en-US" sz="5400" b="1" dirty="0">
              <a:solidFill>
                <a:schemeClr val="bg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810630" y="932343"/>
            <a:ext cx="1877438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dirty="0">
                <a:solidFill>
                  <a:schemeClr val="bg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CONTENTS</a:t>
            </a:r>
            <a:endParaRPr lang="en-US" altLang="zh-CN" sz="2400" dirty="0">
              <a:solidFill>
                <a:schemeClr val="bg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7" name="圆角矩形 4"/>
          <p:cNvSpPr/>
          <p:nvPr/>
        </p:nvSpPr>
        <p:spPr>
          <a:xfrm>
            <a:off x="6878320" y="3267075"/>
            <a:ext cx="4361815" cy="725170"/>
          </a:xfrm>
          <a:prstGeom prst="roundRect">
            <a:avLst>
              <a:gd name="adj" fmla="val 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400"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42" name="圆角矩形 11"/>
          <p:cNvSpPr/>
          <p:nvPr/>
        </p:nvSpPr>
        <p:spPr>
          <a:xfrm>
            <a:off x="6878320" y="5315585"/>
            <a:ext cx="4361815" cy="725170"/>
          </a:xfrm>
          <a:prstGeom prst="roundRect">
            <a:avLst>
              <a:gd name="adj" fmla="val 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400"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7058025" y="3405505"/>
            <a:ext cx="4123690" cy="46736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7058025" y="5466080"/>
            <a:ext cx="4123690" cy="46736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子模的详细设计与实现解</a:t>
            </a:r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说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913120" y="3267710"/>
            <a:ext cx="833120" cy="7289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latin typeface="汉仪雅酷黑 65W" panose="020B0604020202020204" charset="-122"/>
                <a:ea typeface="汉仪雅酷黑 65W" panose="020B0604020202020204" charset="-122"/>
              </a:rPr>
              <a:t>1</a:t>
            </a:r>
            <a:endParaRPr lang="en-US" altLang="zh-CN" sz="2400">
              <a:latin typeface="汉仪雅酷黑 65W" panose="020B0604020202020204" charset="-122"/>
              <a:ea typeface="汉仪雅酷黑 65W" panose="020B060402020202020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13120" y="5318125"/>
            <a:ext cx="833120" cy="7289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latin typeface="汉仪雅酷黑 65W" panose="020B0604020202020204" charset="-122"/>
                <a:ea typeface="汉仪雅酷黑 65W" panose="020B0604020202020204" charset="-122"/>
              </a:rPr>
              <a:t>3</a:t>
            </a:r>
            <a:endParaRPr lang="en-US" altLang="zh-CN" sz="2400">
              <a:latin typeface="汉仪雅酷黑 65W" panose="020B0604020202020204" charset="-122"/>
              <a:ea typeface="汉仪雅酷黑 65W" panose="020B0604020202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066915" y="3419475"/>
            <a:ext cx="4123690" cy="46736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作品简要介</a:t>
            </a:r>
            <a:r>
              <a:rPr lang="zh-CN" altLang="en-US" sz="2400" dirty="0" smtClean="0"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绍</a:t>
            </a:r>
            <a:endParaRPr lang="zh-CN" altLang="en-US" sz="2400" dirty="0" smtClean="0"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7" name="圆角矩形 8"/>
          <p:cNvSpPr/>
          <p:nvPr/>
        </p:nvSpPr>
        <p:spPr>
          <a:xfrm>
            <a:off x="6878320" y="4264660"/>
            <a:ext cx="4361815" cy="725170"/>
          </a:xfrm>
          <a:prstGeom prst="roundRect">
            <a:avLst>
              <a:gd name="adj" fmla="val 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400"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058025" y="4392930"/>
            <a:ext cx="4123690" cy="46736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运行效果展示</a:t>
            </a:r>
            <a:endParaRPr lang="zh-CN" altLang="en-US" sz="2400" dirty="0" smtClean="0"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913120" y="4261485"/>
            <a:ext cx="833120" cy="7289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latin typeface="汉仪雅酷黑 65W" panose="020B0604020202020204" charset="-122"/>
                <a:ea typeface="汉仪雅酷黑 65W" panose="020B0604020202020204" charset="-122"/>
              </a:rPr>
              <a:t>2</a:t>
            </a:r>
            <a:endParaRPr lang="en-US" altLang="zh-CN" sz="2400">
              <a:latin typeface="汉仪雅酷黑 65W" panose="020B0604020202020204" charset="-122"/>
              <a:ea typeface="汉仪雅酷黑 65W" panose="020B0604020202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552575" y="978853"/>
            <a:ext cx="9086850" cy="49002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70" y="979170"/>
            <a:ext cx="12190730" cy="49002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311208" y="961708"/>
            <a:ext cx="3569585" cy="4507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695" dirty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1</a:t>
            </a:r>
            <a:endParaRPr lang="en-US" altLang="zh-CN" sz="28695" dirty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413760" y="2977515"/>
            <a:ext cx="5739130" cy="768350"/>
          </a:xfrm>
          <a:prstGeom prst="rect">
            <a:avLst/>
          </a:prstGeom>
          <a:solidFill>
            <a:srgbClr val="EFEFEF"/>
          </a:solidFill>
        </p:spPr>
        <p:txBody>
          <a:bodyPr vert="horz"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400" dirty="0" smtClean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作品简要介</a:t>
            </a:r>
            <a:r>
              <a:rPr lang="zh-CN" altLang="en-US" sz="4400" dirty="0" smtClean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绍</a:t>
            </a:r>
            <a:endParaRPr lang="zh-CN" altLang="en-US" sz="4400" dirty="0" smtClean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1" name="TextBox 2"/>
          <p:cNvSpPr txBox="1"/>
          <p:nvPr/>
        </p:nvSpPr>
        <p:spPr>
          <a:xfrm>
            <a:off x="4771342" y="4897298"/>
            <a:ext cx="287791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第一部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分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38785" y="5353050"/>
            <a:ext cx="962660" cy="241300"/>
            <a:chOff x="871" y="9284"/>
            <a:chExt cx="2176" cy="546"/>
          </a:xfrm>
        </p:grpSpPr>
        <p:sp>
          <p:nvSpPr>
            <p:cNvPr id="25" name="矩形 24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0928985" y="1263650"/>
            <a:ext cx="962660" cy="241300"/>
            <a:chOff x="871" y="9284"/>
            <a:chExt cx="2176" cy="546"/>
          </a:xfrm>
        </p:grpSpPr>
        <p:sp>
          <p:nvSpPr>
            <p:cNvPr id="6" name="矩形 5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7531100" y="-75628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552575" y="978853"/>
            <a:ext cx="9086850" cy="49002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48360" y="37147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校园导航系统简介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6" name="Docer Falling Dust PPT demo 4"/>
          <p:cNvSpPr/>
          <p:nvPr/>
        </p:nvSpPr>
        <p:spPr>
          <a:xfrm>
            <a:off x="5587998" y="1487405"/>
            <a:ext cx="5196116" cy="25690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汉仪旗黑-55简" panose="00020600040101010101" charset="-128"/>
            </a:endParaRPr>
          </a:p>
        </p:txBody>
      </p:sp>
      <p:sp>
        <p:nvSpPr>
          <p:cNvPr id="17" name="Docer Falling Dust PPT demo 2"/>
          <p:cNvSpPr/>
          <p:nvPr/>
        </p:nvSpPr>
        <p:spPr>
          <a:xfrm>
            <a:off x="1175657" y="1487405"/>
            <a:ext cx="4180114" cy="2569028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汉仪旗黑-55简" panose="00020600040101010101" charset="-128"/>
            </a:endParaRPr>
          </a:p>
        </p:txBody>
      </p:sp>
      <p:sp>
        <p:nvSpPr>
          <p:cNvPr id="18" name="Docer Falling Dust PPT demo 1"/>
          <p:cNvSpPr/>
          <p:nvPr/>
        </p:nvSpPr>
        <p:spPr>
          <a:xfrm>
            <a:off x="5587998" y="1487405"/>
            <a:ext cx="5196116" cy="6070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汉仪旗黑-55简" panose="00020600040101010101" charset="-128"/>
            </a:endParaRPr>
          </a:p>
        </p:txBody>
      </p:sp>
      <p:sp>
        <p:nvSpPr>
          <p:cNvPr id="64" name="Docer Falling Dust PPT demo 9"/>
          <p:cNvSpPr/>
          <p:nvPr/>
        </p:nvSpPr>
        <p:spPr>
          <a:xfrm>
            <a:off x="6950891" y="1564291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20000"/>
              </a:lnSpc>
            </a:pPr>
            <a:r>
              <a:rPr lang="zh-CN" altLang="en-US" sz="2000" dirty="0" smtClean="0">
                <a:solidFill>
                  <a:schemeClr val="bg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系统简</a:t>
            </a:r>
            <a:r>
              <a:rPr lang="zh-CN" altLang="en-US" sz="2000" dirty="0" smtClean="0">
                <a:solidFill>
                  <a:schemeClr val="bg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介</a:t>
            </a:r>
            <a:endParaRPr lang="zh-CN" altLang="en-US" sz="2000" dirty="0" smtClean="0">
              <a:solidFill>
                <a:schemeClr val="bg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  <p:sp>
        <p:nvSpPr>
          <p:cNvPr id="65" name="Docer Falling Dust PPT demo 10"/>
          <p:cNvSpPr/>
          <p:nvPr/>
        </p:nvSpPr>
        <p:spPr>
          <a:xfrm>
            <a:off x="5874748" y="2182727"/>
            <a:ext cx="4706166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汉仪旗黑-55简" panose="00020600040101010101" charset="-128"/>
              </a:rPr>
              <a:t>基于C语言+Dijkstra算法+邻接矩阵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19" name="Docer Falling Dust PPT demo 1"/>
          <p:cNvSpPr/>
          <p:nvPr/>
        </p:nvSpPr>
        <p:spPr>
          <a:xfrm>
            <a:off x="1139825" y="4695825"/>
            <a:ext cx="594360" cy="594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rPr>
              <a:t>代码量：约350行</a:t>
            </a:r>
            <a:endParaRPr lang="en-US" altLang="zh-CN"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</a:endParaRPr>
          </a:p>
        </p:txBody>
      </p:sp>
      <p:sp>
        <p:nvSpPr>
          <p:cNvPr id="29" name="Docer Falling Dust PPT demo 10"/>
          <p:cNvSpPr/>
          <p:nvPr/>
        </p:nvSpPr>
        <p:spPr>
          <a:xfrm>
            <a:off x="1748790" y="5063490"/>
            <a:ext cx="2214245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400">
                <a:sym typeface="+mn-ea"/>
              </a:rPr>
              <a:t>基于C语言+Dijkstra算法+邻接矩阵</a:t>
            </a:r>
            <a:endParaRPr lang="zh-CN" altLang="en-US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36" name="Docer Falling Dust PPT demo 9"/>
          <p:cNvSpPr/>
          <p:nvPr/>
        </p:nvSpPr>
        <p:spPr>
          <a:xfrm>
            <a:off x="1758094" y="4628782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代码量与复杂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度</a:t>
            </a:r>
            <a:endPara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  <p:sp>
        <p:nvSpPr>
          <p:cNvPr id="20" name="Docer Falling Dust PPT demo 1"/>
          <p:cNvSpPr/>
          <p:nvPr/>
        </p:nvSpPr>
        <p:spPr>
          <a:xfrm>
            <a:off x="4535805" y="4696460"/>
            <a:ext cx="594360" cy="5943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rPr>
              <a:t>数据结构：邻接矩阵</a:t>
            </a:r>
            <a:endParaRPr lang="en-US" altLang="zh-CN"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</a:endParaRPr>
          </a:p>
        </p:txBody>
      </p:sp>
      <p:sp>
        <p:nvSpPr>
          <p:cNvPr id="21" name="Docer Falling Dust PPT demo 10"/>
          <p:cNvSpPr/>
          <p:nvPr/>
        </p:nvSpPr>
        <p:spPr>
          <a:xfrm>
            <a:off x="5144770" y="5064125"/>
            <a:ext cx="2214245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CampusMap结构体封装核心数据</a:t>
            </a:r>
            <a:endParaRPr lang="zh-CN" altLang="en-US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22" name="Docer Falling Dust PPT demo 9"/>
          <p:cNvSpPr/>
          <p:nvPr/>
        </p:nvSpPr>
        <p:spPr>
          <a:xfrm>
            <a:off x="5154074" y="4629417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数据结构选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型</a:t>
            </a:r>
            <a:endPara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  <p:sp>
        <p:nvSpPr>
          <p:cNvPr id="23" name="Docer Falling Dust PPT demo 1"/>
          <p:cNvSpPr/>
          <p:nvPr/>
        </p:nvSpPr>
        <p:spPr>
          <a:xfrm>
            <a:off x="7924800" y="4697095"/>
            <a:ext cx="594360" cy="5943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rPr>
              <a:t>模块数量：16个函数</a:t>
            </a:r>
            <a:endParaRPr lang="en-US" altLang="zh-CN"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</a:endParaRPr>
          </a:p>
        </p:txBody>
      </p:sp>
      <p:sp>
        <p:nvSpPr>
          <p:cNvPr id="24" name="Docer Falling Dust PPT demo 10"/>
          <p:cNvSpPr/>
          <p:nvPr/>
        </p:nvSpPr>
        <p:spPr>
          <a:xfrm>
            <a:off x="8533765" y="5064760"/>
            <a:ext cx="2214245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400">
                <a:sym typeface="+mn-ea"/>
              </a:rPr>
              <a:t>基于C语言+Dijkstra算法+邻接矩阵</a:t>
            </a:r>
            <a:endParaRPr lang="zh-CN" altLang="en-US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27" name="Docer Falling Dust PPT demo 9"/>
          <p:cNvSpPr/>
          <p:nvPr/>
        </p:nvSpPr>
        <p:spPr>
          <a:xfrm>
            <a:off x="8543069" y="4630052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功能模块个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数</a:t>
            </a:r>
            <a:endPara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7" grpId="0" bldLvl="0" animBg="1"/>
      <p:bldP spid="18" grpId="0" bldLvl="0" animBg="1"/>
      <p:bldP spid="64" grpId="0"/>
      <p:bldP spid="65" grpId="0"/>
      <p:bldP spid="19" grpId="0" bldLvl="0" animBg="1"/>
      <p:bldP spid="29" grpId="0"/>
      <p:bldP spid="36" grpId="0"/>
      <p:bldP spid="20" grpId="0" bldLvl="0" animBg="1"/>
      <p:bldP spid="21" grpId="0"/>
      <p:bldP spid="22" grpId="0"/>
      <p:bldP spid="23" grpId="0" bldLvl="0" animBg="1"/>
      <p:bldP spid="24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系统架构图</a:t>
            </a:r>
            <a:endParaRPr lang="zh-CN" altLang="en-US"/>
          </a:p>
          <a:p>
            <a:pPr algn="ctr"/>
            <a:r>
              <a:rPr lang="zh-CN" altLang="en-US"/>
              <a:t>手绘或用工具绘制模块关系图（如 “校园导航系统” 分为 “主菜单→子模块→循环返回”）。</a:t>
            </a:r>
            <a:endParaRPr lang="zh-CN" altLang="en-US"/>
          </a:p>
          <a:p>
            <a:pPr algn="ctr"/>
            <a:r>
              <a:rPr lang="zh-CN" altLang="en-US"/>
              <a:t>说明模块交互（如 “while(1)+switch循环调用16个函数模块”）。</a:t>
            </a:r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848360" y="37147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校园导航系统架构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9930" y="1029970"/>
            <a:ext cx="10420985" cy="23069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400" b="0" i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系统功</a:t>
            </a:r>
            <a:r>
              <a:rPr lang="zh-CN" altLang="en-US" sz="2400" b="0" i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能架构图</a:t>
            </a:r>
            <a:endParaRPr lang="zh-CN" altLang="en-US" sz="2400" b="0" i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400" b="0" i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手绘或用工具绘制模块关系图（如 “校园导航系统” 分为 “主菜单→子模块→循环返回”）。</a:t>
            </a:r>
            <a:endParaRPr lang="zh-CN" altLang="en-US" sz="2400" b="0" i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2400" b="0" i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400" b="0" i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说明模块交互（如 “while(1)+switch循环调用16个函数模块”）。</a:t>
            </a:r>
            <a:endParaRPr lang="zh-CN" altLang="en-US" sz="2400" b="0" i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00" name="arch.png"/>
          <p:cNvPicPr>
            <a:picLocks noChangeAspect="1"/>
          </p:cNvPicPr>
          <p:nvPr/>
        </p:nvPicPr>
        <p:blipFill>
          <a:blip r:embed="rIdImg1000"/>
          <a:stretch>
            <a:fillRect/>
          </a:stretch>
        </p:blipFill>
        <p:spPr>
          <a:xfrm>
            <a:off x="300000" y="1200000"/>
            <a:ext cx="2800000" cy="1600000"/>
          </a:xfrm>
          <a:prstGeom prst="rect">
            <a:avLst/>
          </a:prstGeom>
        </p:spPr>
      </p:pic>
      <p:pic>
        <p:nvPicPr>
          <p:cNvPr id="800" name="arch.png"/>
          <p:cNvPicPr>
            <a:picLocks noChangeAspect="1"/>
          </p:cNvPicPr>
          <p:nvPr/>
        </p:nvPicPr>
        <p:blipFill>
          <a:blip r:embed="rIdN500"/>
          <a:stretch>
            <a:fillRect/>
          </a:stretch>
        </p:blipFill>
        <p:spPr>
          <a:xfrm>
            <a:off x="300000" y="1200000"/>
            <a:ext cx="2800000" cy="16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系统架构图</a:t>
            </a:r>
            <a:endParaRPr lang="zh-CN" altLang="en-US"/>
          </a:p>
          <a:p>
            <a:pPr algn="ctr"/>
            <a:r>
              <a:rPr lang="zh-CN" altLang="en-US"/>
              <a:t>手绘或用工具绘制模块关系图（如 “校园导航系统” 分为 “主菜单控制→13个模块→循环返回”）。</a:t>
            </a:r>
            <a:endParaRPr lang="zh-CN" altLang="en-US"/>
          </a:p>
          <a:p>
            <a:pPr algn="ctr"/>
            <a:r>
              <a:rPr lang="zh-CN" altLang="en-US"/>
              <a:t>说明模块交互（如 “选择数字进入对应模块，执行后返回主菜单”）。</a:t>
            </a:r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848360" y="37147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校园导航系统模块架构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grpSp>
        <p:nvGrpSpPr>
          <p:cNvPr id="159" name="组合 159"/>
          <p:cNvGrpSpPr/>
          <p:nvPr/>
        </p:nvGrpSpPr>
        <p:grpSpPr>
          <a:xfrm>
            <a:off x="2638425" y="1130935"/>
            <a:ext cx="7687945" cy="5469890"/>
            <a:chOff x="0" y="0"/>
            <a:chExt cx="7344" cy="5079"/>
          </a:xfrm>
        </p:grpSpPr>
        <p:sp>
          <p:nvSpPr>
            <p:cNvPr id="160" name="图片 7"/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7344" cy="5079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1" name="自选图形 8"/>
            <p:cNvSpPr>
              <a:spLocks noChangeArrowheads="1"/>
            </p:cNvSpPr>
            <p:nvPr/>
          </p:nvSpPr>
          <p:spPr bwMode="auto">
            <a:xfrm>
              <a:off x="144" y="1610"/>
              <a:ext cx="720" cy="1490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eaVert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主循环控制模块(main)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2" name="自选图形 9"/>
            <p:cNvSpPr>
              <a:spLocks noChangeArrowheads="1"/>
            </p:cNvSpPr>
            <p:nvPr/>
          </p:nvSpPr>
          <p:spPr bwMode="auto">
            <a:xfrm>
              <a:off x="1728" y="372"/>
              <a:ext cx="1872" cy="370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校园节点录入模块(addNode)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3" name="自选图形 10"/>
            <p:cNvSpPr>
              <a:spLocks noChangeArrowheads="1"/>
            </p:cNvSpPr>
            <p:nvPr/>
          </p:nvSpPr>
          <p:spPr bwMode="auto">
            <a:xfrm>
              <a:off x="1728" y="1115"/>
              <a:ext cx="1872" cy="371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校园路径录入模块(addEdge)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4" name="自选图形 11"/>
            <p:cNvSpPr>
              <a:spLocks noChangeArrowheads="1"/>
            </p:cNvSpPr>
            <p:nvPr/>
          </p:nvSpPr>
          <p:spPr bwMode="auto">
            <a:xfrm>
              <a:off x="1728" y="1858"/>
              <a:ext cx="1872" cy="372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两点最短路径查询(queryPath)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5" name="自选图形 12"/>
            <p:cNvSpPr>
              <a:spLocks noChangeArrowheads="1"/>
            </p:cNvSpPr>
            <p:nvPr/>
          </p:nvSpPr>
          <p:spPr bwMode="auto">
            <a:xfrm>
              <a:off x="1728" y="2601"/>
              <a:ext cx="1872" cy="372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全节点路径查询(findAllPaths)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6" name="自选图形 13"/>
            <p:cNvSpPr>
              <a:spLocks noChangeArrowheads="1"/>
            </p:cNvSpPr>
            <p:nvPr/>
          </p:nvSpPr>
          <p:spPr bwMode="auto">
            <a:xfrm>
              <a:off x="1728" y="3345"/>
              <a:ext cx="1872" cy="371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节点删除模块(deleteNode)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7" name="自选图形 14"/>
            <p:cNvSpPr>
              <a:spLocks noChangeArrowheads="1"/>
            </p:cNvSpPr>
            <p:nvPr/>
          </p:nvSpPr>
          <p:spPr bwMode="auto">
            <a:xfrm>
              <a:off x="1728" y="4088"/>
              <a:ext cx="1872" cy="372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路径删除模块(deleteEdge)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8" name="自选图形 15"/>
            <p:cNvSpPr>
              <a:spLocks noChangeArrowheads="1"/>
            </p:cNvSpPr>
            <p:nvPr/>
          </p:nvSpPr>
          <p:spPr bwMode="auto">
            <a:xfrm>
              <a:off x="4608" y="867"/>
              <a:ext cx="2016" cy="372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地图文件保存模块(saveMap)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9" name="自选图形 16"/>
            <p:cNvSpPr>
              <a:spLocks noChangeArrowheads="1"/>
            </p:cNvSpPr>
            <p:nvPr/>
          </p:nvSpPr>
          <p:spPr bwMode="auto">
            <a:xfrm>
              <a:off x="4608" y="1487"/>
              <a:ext cx="2028" cy="370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地图文件加载模块(loadMap)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70" name="自选图形 17"/>
            <p:cNvSpPr>
              <a:spLocks noChangeArrowheads="1"/>
            </p:cNvSpPr>
            <p:nvPr/>
          </p:nvSpPr>
          <p:spPr bwMode="auto">
            <a:xfrm>
              <a:off x="4608" y="3716"/>
              <a:ext cx="2304" cy="372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控制台图形化地图(drawConsoleMap)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71" name="自选图形 18"/>
            <p:cNvSpPr>
              <a:spLocks noChangeArrowheads="1"/>
            </p:cNvSpPr>
            <p:nvPr/>
          </p:nvSpPr>
          <p:spPr bwMode="auto">
            <a:xfrm>
              <a:off x="4608" y="4460"/>
              <a:ext cx="2160" cy="371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系统信息模块(systemInfo)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cxnSp>
          <p:nvCxnSpPr>
            <p:cNvPr id="172" name="直线 19"/>
            <p:cNvCxnSpPr>
              <a:cxnSpLocks noChangeShapeType="1"/>
            </p:cNvCxnSpPr>
            <p:nvPr/>
          </p:nvCxnSpPr>
          <p:spPr bwMode="auto">
            <a:xfrm>
              <a:off x="864" y="2354"/>
              <a:ext cx="288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3" name="直线 20"/>
            <p:cNvCxnSpPr>
              <a:cxnSpLocks noChangeShapeType="1"/>
            </p:cNvCxnSpPr>
            <p:nvPr/>
          </p:nvCxnSpPr>
          <p:spPr bwMode="auto">
            <a:xfrm>
              <a:off x="1152" y="619"/>
              <a:ext cx="1" cy="3594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4" name="直线 21"/>
            <p:cNvCxnSpPr>
              <a:cxnSpLocks noChangeShapeType="1"/>
            </p:cNvCxnSpPr>
            <p:nvPr/>
          </p:nvCxnSpPr>
          <p:spPr bwMode="auto">
            <a:xfrm>
              <a:off x="1152" y="619"/>
              <a:ext cx="576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5" name="直线 22"/>
            <p:cNvCxnSpPr>
              <a:cxnSpLocks noChangeShapeType="1"/>
            </p:cNvCxnSpPr>
            <p:nvPr/>
          </p:nvCxnSpPr>
          <p:spPr bwMode="auto">
            <a:xfrm>
              <a:off x="1152" y="4212"/>
              <a:ext cx="576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6" name="直线 23"/>
            <p:cNvCxnSpPr>
              <a:cxnSpLocks noChangeShapeType="1"/>
            </p:cNvCxnSpPr>
            <p:nvPr/>
          </p:nvCxnSpPr>
          <p:spPr bwMode="auto">
            <a:xfrm>
              <a:off x="1152" y="1363"/>
              <a:ext cx="0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7" name="直线 24"/>
            <p:cNvCxnSpPr>
              <a:cxnSpLocks noChangeShapeType="1"/>
            </p:cNvCxnSpPr>
            <p:nvPr/>
          </p:nvCxnSpPr>
          <p:spPr bwMode="auto">
            <a:xfrm>
              <a:off x="1152" y="1239"/>
              <a:ext cx="576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8" name="直线 25"/>
            <p:cNvCxnSpPr>
              <a:cxnSpLocks noChangeShapeType="1"/>
            </p:cNvCxnSpPr>
            <p:nvPr/>
          </p:nvCxnSpPr>
          <p:spPr bwMode="auto">
            <a:xfrm>
              <a:off x="1152" y="1982"/>
              <a:ext cx="576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9" name="直线 26"/>
            <p:cNvCxnSpPr>
              <a:cxnSpLocks noChangeShapeType="1"/>
            </p:cNvCxnSpPr>
            <p:nvPr/>
          </p:nvCxnSpPr>
          <p:spPr bwMode="auto">
            <a:xfrm>
              <a:off x="1152" y="2849"/>
              <a:ext cx="576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0" name="直线 27"/>
            <p:cNvCxnSpPr>
              <a:cxnSpLocks noChangeShapeType="1"/>
            </p:cNvCxnSpPr>
            <p:nvPr/>
          </p:nvCxnSpPr>
          <p:spPr bwMode="auto">
            <a:xfrm>
              <a:off x="1152" y="3592"/>
              <a:ext cx="576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1" name="直线 28"/>
            <p:cNvCxnSpPr>
              <a:cxnSpLocks noChangeShapeType="1"/>
            </p:cNvCxnSpPr>
            <p:nvPr/>
          </p:nvCxnSpPr>
          <p:spPr bwMode="auto">
            <a:xfrm>
              <a:off x="3600" y="1239"/>
              <a:ext cx="432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2" name="直线 29"/>
            <p:cNvCxnSpPr>
              <a:cxnSpLocks noChangeShapeType="1"/>
            </p:cNvCxnSpPr>
            <p:nvPr/>
          </p:nvCxnSpPr>
          <p:spPr bwMode="auto">
            <a:xfrm>
              <a:off x="4032" y="991"/>
              <a:ext cx="1" cy="619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3" name="直线 30"/>
            <p:cNvCxnSpPr>
              <a:cxnSpLocks noChangeShapeType="1"/>
            </p:cNvCxnSpPr>
            <p:nvPr/>
          </p:nvCxnSpPr>
          <p:spPr bwMode="auto">
            <a:xfrm>
              <a:off x="4032" y="991"/>
              <a:ext cx="576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4" name="直线 31"/>
            <p:cNvCxnSpPr>
              <a:cxnSpLocks noChangeShapeType="1"/>
            </p:cNvCxnSpPr>
            <p:nvPr/>
          </p:nvCxnSpPr>
          <p:spPr bwMode="auto">
            <a:xfrm>
              <a:off x="4032" y="1610"/>
              <a:ext cx="576" cy="2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5" name="直线 32"/>
            <p:cNvCxnSpPr>
              <a:cxnSpLocks noChangeShapeType="1"/>
            </p:cNvCxnSpPr>
            <p:nvPr/>
          </p:nvCxnSpPr>
          <p:spPr bwMode="auto">
            <a:xfrm>
              <a:off x="3600" y="4212"/>
              <a:ext cx="432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6" name="直线 33"/>
            <p:cNvCxnSpPr>
              <a:cxnSpLocks noChangeShapeType="1"/>
            </p:cNvCxnSpPr>
            <p:nvPr/>
          </p:nvCxnSpPr>
          <p:spPr bwMode="auto">
            <a:xfrm>
              <a:off x="4032" y="3964"/>
              <a:ext cx="1" cy="619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7" name="直线 34"/>
            <p:cNvCxnSpPr>
              <a:cxnSpLocks noChangeShapeType="1"/>
            </p:cNvCxnSpPr>
            <p:nvPr/>
          </p:nvCxnSpPr>
          <p:spPr bwMode="auto">
            <a:xfrm>
              <a:off x="4032" y="3964"/>
              <a:ext cx="576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8" name="直线 35"/>
            <p:cNvCxnSpPr>
              <a:cxnSpLocks noChangeShapeType="1"/>
            </p:cNvCxnSpPr>
            <p:nvPr/>
          </p:nvCxnSpPr>
          <p:spPr bwMode="auto">
            <a:xfrm>
              <a:off x="4032" y="4583"/>
              <a:ext cx="576" cy="2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552575" y="978853"/>
            <a:ext cx="9086850" cy="49002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70" y="979170"/>
            <a:ext cx="12190730" cy="49002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311208" y="961708"/>
            <a:ext cx="3569585" cy="4507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695" dirty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2</a:t>
            </a:r>
            <a:endParaRPr lang="en-US" altLang="zh-CN" sz="28695" dirty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413760" y="2977515"/>
            <a:ext cx="5739130" cy="768350"/>
          </a:xfrm>
          <a:prstGeom prst="rect">
            <a:avLst/>
          </a:prstGeom>
          <a:solidFill>
            <a:srgbClr val="EFEFEF"/>
          </a:solidFill>
        </p:spPr>
        <p:txBody>
          <a:bodyPr vert="horz"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400" dirty="0" smtClean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运行效果展示</a:t>
            </a:r>
            <a:endParaRPr lang="zh-CN" altLang="en-US" sz="4400" dirty="0" smtClean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1" name="TextBox 2"/>
          <p:cNvSpPr txBox="1"/>
          <p:nvPr/>
        </p:nvSpPr>
        <p:spPr>
          <a:xfrm>
            <a:off x="4771342" y="4897298"/>
            <a:ext cx="287791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第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二部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分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38785" y="5353050"/>
            <a:ext cx="962660" cy="241300"/>
            <a:chOff x="871" y="9284"/>
            <a:chExt cx="2176" cy="546"/>
          </a:xfrm>
        </p:grpSpPr>
        <p:sp>
          <p:nvSpPr>
            <p:cNvPr id="25" name="矩形 24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0928985" y="1263650"/>
            <a:ext cx="962660" cy="241300"/>
            <a:chOff x="871" y="9284"/>
            <a:chExt cx="2176" cy="546"/>
          </a:xfrm>
        </p:grpSpPr>
        <p:sp>
          <p:nvSpPr>
            <p:cNvPr id="6" name="矩形 5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7531100" y="-75628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 系统功能演示与运行效果</a:t>
            </a:r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48360" y="37147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校园导航系统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14015" y="300418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 系统功能演示与运行效果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pic>
        <p:nvPicPr>
          <p:cNvPr id="200" name="pic01.png"/>
          <p:cNvPicPr>
            <a:picLocks noChangeAspect="1"/>
          </p:cNvPicPr>
          <p:nvPr/>
        </p:nvPicPr>
        <p:blipFill>
          <a:blip r:embed="rIdImg1001"/>
          <a:stretch>
            <a:fillRect/>
          </a:stretch>
        </p:blipFill>
        <p:spPr>
          <a:xfrm>
            <a:off x="300000" y="1200000"/>
            <a:ext cx="2800000" cy="1600000"/>
          </a:xfrm>
          <a:prstGeom prst="rect">
            <a:avLst/>
          </a:prstGeom>
        </p:spPr>
      </p:pic>
      <p:pic>
        <p:nvPicPr>
          <p:cNvPr id="201" name="pic02.png"/>
          <p:cNvPicPr>
            <a:picLocks noChangeAspect="1"/>
          </p:cNvPicPr>
          <p:nvPr/>
        </p:nvPicPr>
        <p:blipFill>
          <a:blip r:embed="rIdImg1002"/>
          <a:stretch>
            <a:fillRect/>
          </a:stretch>
        </p:blipFill>
        <p:spPr>
          <a:xfrm>
            <a:off x="3250000" y="1200000"/>
            <a:ext cx="2800000" cy="1600000"/>
          </a:xfrm>
          <a:prstGeom prst="rect">
            <a:avLst/>
          </a:prstGeom>
        </p:spPr>
      </p:pic>
      <p:pic>
        <p:nvPicPr>
          <p:cNvPr id="202" name="pic03.png"/>
          <p:cNvPicPr>
            <a:picLocks noChangeAspect="1"/>
          </p:cNvPicPr>
          <p:nvPr/>
        </p:nvPicPr>
        <p:blipFill>
          <a:blip r:embed="rIdImg1003"/>
          <a:stretch>
            <a:fillRect/>
          </a:stretch>
        </p:blipFill>
        <p:spPr>
          <a:xfrm>
            <a:off x="6200000" y="1200000"/>
            <a:ext cx="2800000" cy="1600000"/>
          </a:xfrm>
          <a:prstGeom prst="rect">
            <a:avLst/>
          </a:prstGeom>
        </p:spPr>
      </p:pic>
      <p:pic>
        <p:nvPicPr>
          <p:cNvPr id="203" name="pic04.png"/>
          <p:cNvPicPr>
            <a:picLocks noChangeAspect="1"/>
          </p:cNvPicPr>
          <p:nvPr/>
        </p:nvPicPr>
        <p:blipFill>
          <a:blip r:embed="rIdImg1004"/>
          <a:stretch>
            <a:fillRect/>
          </a:stretch>
        </p:blipFill>
        <p:spPr>
          <a:xfrm>
            <a:off x="300000" y="2950000"/>
            <a:ext cx="2800000" cy="1600000"/>
          </a:xfrm>
          <a:prstGeom prst="rect">
            <a:avLst/>
          </a:prstGeom>
        </p:spPr>
      </p:pic>
      <p:pic>
        <p:nvPicPr>
          <p:cNvPr id="204" name="pic05.png"/>
          <p:cNvPicPr>
            <a:picLocks noChangeAspect="1"/>
          </p:cNvPicPr>
          <p:nvPr/>
        </p:nvPicPr>
        <p:blipFill>
          <a:blip r:embed="rIdImg1005"/>
          <a:stretch>
            <a:fillRect/>
          </a:stretch>
        </p:blipFill>
        <p:spPr>
          <a:xfrm>
            <a:off x="3250000" y="2950000"/>
            <a:ext cx="2800000" cy="1600000"/>
          </a:xfrm>
          <a:prstGeom prst="rect">
            <a:avLst/>
          </a:prstGeom>
        </p:spPr>
      </p:pic>
      <p:pic>
        <p:nvPicPr>
          <p:cNvPr id="205" name="pic06.png"/>
          <p:cNvPicPr>
            <a:picLocks noChangeAspect="1"/>
          </p:cNvPicPr>
          <p:nvPr/>
        </p:nvPicPr>
        <p:blipFill>
          <a:blip r:embed="rIdImg1006"/>
          <a:stretch>
            <a:fillRect/>
          </a:stretch>
        </p:blipFill>
        <p:spPr>
          <a:xfrm>
            <a:off x="6200000" y="2950000"/>
            <a:ext cx="2800000" cy="1600000"/>
          </a:xfrm>
          <a:prstGeom prst="rect">
            <a:avLst/>
          </a:prstGeom>
        </p:spPr>
      </p:pic>
      <p:pic>
        <p:nvPicPr>
          <p:cNvPr id="206" name="pic07.png"/>
          <p:cNvPicPr>
            <a:picLocks noChangeAspect="1"/>
          </p:cNvPicPr>
          <p:nvPr/>
        </p:nvPicPr>
        <p:blipFill>
          <a:blip r:embed="rIdImg1007"/>
          <a:stretch>
            <a:fillRect/>
          </a:stretch>
        </p:blipFill>
        <p:spPr>
          <a:xfrm>
            <a:off x="300000" y="4700000"/>
            <a:ext cx="2800000" cy="1600000"/>
          </a:xfrm>
          <a:prstGeom prst="rect">
            <a:avLst/>
          </a:prstGeom>
        </p:spPr>
      </p:pic>
      <p:pic>
        <p:nvPicPr>
          <p:cNvPr id="207" name="pic08.png"/>
          <p:cNvPicPr>
            <a:picLocks noChangeAspect="1"/>
          </p:cNvPicPr>
          <p:nvPr/>
        </p:nvPicPr>
        <p:blipFill>
          <a:blip r:embed="rIdImg1008"/>
          <a:stretch>
            <a:fillRect/>
          </a:stretch>
        </p:blipFill>
        <p:spPr>
          <a:xfrm>
            <a:off x="3250000" y="4700000"/>
            <a:ext cx="2800000" cy="1600000"/>
          </a:xfrm>
          <a:prstGeom prst="rect">
            <a:avLst/>
          </a:prstGeom>
        </p:spPr>
      </p:pic>
      <p:pic>
        <p:nvPicPr>
          <p:cNvPr id="208" name="pic09.png"/>
          <p:cNvPicPr>
            <a:picLocks noChangeAspect="1"/>
          </p:cNvPicPr>
          <p:nvPr/>
        </p:nvPicPr>
        <p:blipFill>
          <a:blip r:embed="rIdImg1009"/>
          <a:stretch>
            <a:fillRect/>
          </a:stretch>
        </p:blipFill>
        <p:spPr>
          <a:xfrm>
            <a:off x="6200000" y="4700000"/>
            <a:ext cx="2800000" cy="1600000"/>
          </a:xfrm>
          <a:prstGeom prst="rect">
            <a:avLst/>
          </a:prstGeom>
        </p:spPr>
      </p:pic>
      <p:pic>
        <p:nvPicPr>
          <p:cNvPr id="209" name="pic10.png"/>
          <p:cNvPicPr>
            <a:picLocks noChangeAspect="1"/>
          </p:cNvPicPr>
          <p:nvPr/>
        </p:nvPicPr>
        <p:blipFill>
          <a:blip r:embed="rIdImg1010"/>
          <a:stretch>
            <a:fillRect/>
          </a:stretch>
        </p:blipFill>
        <p:spPr>
          <a:xfrm>
            <a:off x="300000" y="6450000"/>
            <a:ext cx="2800000" cy="1600000"/>
          </a:xfrm>
          <a:prstGeom prst="rect">
            <a:avLst/>
          </a:prstGeom>
        </p:spPr>
      </p:pic>
      <p:pic>
        <p:nvPicPr>
          <p:cNvPr id="210" name="pic11.png"/>
          <p:cNvPicPr>
            <a:picLocks noChangeAspect="1"/>
          </p:cNvPicPr>
          <p:nvPr/>
        </p:nvPicPr>
        <p:blipFill>
          <a:blip r:embed="rIdImg1011"/>
          <a:stretch>
            <a:fillRect/>
          </a:stretch>
        </p:blipFill>
        <p:spPr>
          <a:xfrm>
            <a:off x="3250000" y="6450000"/>
            <a:ext cx="2800000" cy="1600000"/>
          </a:xfrm>
          <a:prstGeom prst="rect">
            <a:avLst/>
          </a:prstGeom>
        </p:spPr>
      </p:pic>
      <p:pic>
        <p:nvPicPr>
          <p:cNvPr id="800" name="pic01.png"/>
          <p:cNvPicPr>
            <a:picLocks noChangeAspect="1"/>
          </p:cNvPicPr>
          <p:nvPr/>
        </p:nvPicPr>
        <p:blipFill>
          <a:blip r:embed="rIdN501"/>
          <a:stretch>
            <a:fillRect/>
          </a:stretch>
        </p:blipFill>
        <p:spPr>
          <a:xfrm>
            <a:off x="300000" y="1200000"/>
            <a:ext cx="2800000" cy="1600000"/>
          </a:xfrm>
          <a:prstGeom prst="rect">
            <a:avLst/>
          </a:prstGeom>
        </p:spPr>
      </p:pic>
      <p:pic>
        <p:nvPicPr>
          <p:cNvPr id="801" name="pic02.png"/>
          <p:cNvPicPr>
            <a:picLocks noChangeAspect="1"/>
          </p:cNvPicPr>
          <p:nvPr/>
        </p:nvPicPr>
        <p:blipFill>
          <a:blip r:embed="rIdN502"/>
          <a:stretch>
            <a:fillRect/>
          </a:stretch>
        </p:blipFill>
        <p:spPr>
          <a:xfrm>
            <a:off x="3250000" y="1200000"/>
            <a:ext cx="2800000" cy="1600000"/>
          </a:xfrm>
          <a:prstGeom prst="rect">
            <a:avLst/>
          </a:prstGeom>
        </p:spPr>
      </p:pic>
      <p:pic>
        <p:nvPicPr>
          <p:cNvPr id="802" name="pic03.png"/>
          <p:cNvPicPr>
            <a:picLocks noChangeAspect="1"/>
          </p:cNvPicPr>
          <p:nvPr/>
        </p:nvPicPr>
        <p:blipFill>
          <a:blip r:embed="rIdN503"/>
          <a:stretch>
            <a:fillRect/>
          </a:stretch>
        </p:blipFill>
        <p:spPr>
          <a:xfrm>
            <a:off x="6200000" y="1200000"/>
            <a:ext cx="2800000" cy="1600000"/>
          </a:xfrm>
          <a:prstGeom prst="rect">
            <a:avLst/>
          </a:prstGeom>
        </p:spPr>
      </p:pic>
      <p:pic>
        <p:nvPicPr>
          <p:cNvPr id="803" name="pic04.png"/>
          <p:cNvPicPr>
            <a:picLocks noChangeAspect="1"/>
          </p:cNvPicPr>
          <p:nvPr/>
        </p:nvPicPr>
        <p:blipFill>
          <a:blip r:embed="rIdN504"/>
          <a:stretch>
            <a:fillRect/>
          </a:stretch>
        </p:blipFill>
        <p:spPr>
          <a:xfrm>
            <a:off x="300000" y="2950000"/>
            <a:ext cx="2800000" cy="1600000"/>
          </a:xfrm>
          <a:prstGeom prst="rect">
            <a:avLst/>
          </a:prstGeom>
        </p:spPr>
      </p:pic>
      <p:pic>
        <p:nvPicPr>
          <p:cNvPr id="804" name="pic05.png"/>
          <p:cNvPicPr>
            <a:picLocks noChangeAspect="1"/>
          </p:cNvPicPr>
          <p:nvPr/>
        </p:nvPicPr>
        <p:blipFill>
          <a:blip r:embed="rIdN505"/>
          <a:stretch>
            <a:fillRect/>
          </a:stretch>
        </p:blipFill>
        <p:spPr>
          <a:xfrm>
            <a:off x="3250000" y="2950000"/>
            <a:ext cx="2800000" cy="1600000"/>
          </a:xfrm>
          <a:prstGeom prst="rect">
            <a:avLst/>
          </a:prstGeom>
        </p:spPr>
      </p:pic>
      <p:pic>
        <p:nvPicPr>
          <p:cNvPr id="805" name="pic06.png"/>
          <p:cNvPicPr>
            <a:picLocks noChangeAspect="1"/>
          </p:cNvPicPr>
          <p:nvPr/>
        </p:nvPicPr>
        <p:blipFill>
          <a:blip r:embed="rIdN506"/>
          <a:stretch>
            <a:fillRect/>
          </a:stretch>
        </p:blipFill>
        <p:spPr>
          <a:xfrm>
            <a:off x="6200000" y="2950000"/>
            <a:ext cx="2800000" cy="1600000"/>
          </a:xfrm>
          <a:prstGeom prst="rect">
            <a:avLst/>
          </a:prstGeom>
        </p:spPr>
      </p:pic>
      <p:pic>
        <p:nvPicPr>
          <p:cNvPr id="806" name="pic07.png"/>
          <p:cNvPicPr>
            <a:picLocks noChangeAspect="1"/>
          </p:cNvPicPr>
          <p:nvPr/>
        </p:nvPicPr>
        <p:blipFill>
          <a:blip r:embed="rIdN507"/>
          <a:stretch>
            <a:fillRect/>
          </a:stretch>
        </p:blipFill>
        <p:spPr>
          <a:xfrm>
            <a:off x="300000" y="4700000"/>
            <a:ext cx="2800000" cy="1600000"/>
          </a:xfrm>
          <a:prstGeom prst="rect">
            <a:avLst/>
          </a:prstGeom>
        </p:spPr>
      </p:pic>
      <p:pic>
        <p:nvPicPr>
          <p:cNvPr id="807" name="pic08.png"/>
          <p:cNvPicPr>
            <a:picLocks noChangeAspect="1"/>
          </p:cNvPicPr>
          <p:nvPr/>
        </p:nvPicPr>
        <p:blipFill>
          <a:blip r:embed="rIdN508"/>
          <a:stretch>
            <a:fillRect/>
          </a:stretch>
        </p:blipFill>
        <p:spPr>
          <a:xfrm>
            <a:off x="3250000" y="4700000"/>
            <a:ext cx="2800000" cy="1600000"/>
          </a:xfrm>
          <a:prstGeom prst="rect">
            <a:avLst/>
          </a:prstGeom>
        </p:spPr>
      </p:pic>
      <p:pic>
        <p:nvPicPr>
          <p:cNvPr id="808" name="pic09.png"/>
          <p:cNvPicPr>
            <a:picLocks noChangeAspect="1"/>
          </p:cNvPicPr>
          <p:nvPr/>
        </p:nvPicPr>
        <p:blipFill>
          <a:blip r:embed="rIdN509"/>
          <a:stretch>
            <a:fillRect/>
          </a:stretch>
        </p:blipFill>
        <p:spPr>
          <a:xfrm>
            <a:off x="6200000" y="4700000"/>
            <a:ext cx="2800000" cy="1600000"/>
          </a:xfrm>
          <a:prstGeom prst="rect">
            <a:avLst/>
          </a:prstGeom>
        </p:spPr>
      </p:pic>
      <p:pic>
        <p:nvPicPr>
          <p:cNvPr id="809" name="pic10.png"/>
          <p:cNvPicPr>
            <a:picLocks noChangeAspect="1"/>
          </p:cNvPicPr>
          <p:nvPr/>
        </p:nvPicPr>
        <p:blipFill>
          <a:blip r:embed="rIdN510"/>
          <a:stretch>
            <a:fillRect/>
          </a:stretch>
        </p:blipFill>
        <p:spPr>
          <a:xfrm>
            <a:off x="300000" y="6450000"/>
            <a:ext cx="2800000" cy="1600000"/>
          </a:xfrm>
          <a:prstGeom prst="rect">
            <a:avLst/>
          </a:prstGeom>
        </p:spPr>
      </p:pic>
      <p:pic>
        <p:nvPicPr>
          <p:cNvPr id="810" name="pic11.png"/>
          <p:cNvPicPr>
            <a:picLocks noChangeAspect="1"/>
          </p:cNvPicPr>
          <p:nvPr/>
        </p:nvPicPr>
        <p:blipFill>
          <a:blip r:embed="rIdN511"/>
          <a:stretch>
            <a:fillRect/>
          </a:stretch>
        </p:blipFill>
        <p:spPr>
          <a:xfrm>
            <a:off x="3250000" y="6450000"/>
            <a:ext cx="2800000" cy="16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552575" y="978853"/>
            <a:ext cx="9086850" cy="49002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70" y="979170"/>
            <a:ext cx="12190730" cy="49002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311208" y="961708"/>
            <a:ext cx="3569585" cy="4507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695" dirty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3</a:t>
            </a:r>
            <a:endParaRPr lang="en-US" altLang="zh-CN" sz="28695" dirty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83205" y="2977515"/>
            <a:ext cx="7394575" cy="768350"/>
          </a:xfrm>
          <a:prstGeom prst="rect">
            <a:avLst/>
          </a:prstGeom>
          <a:solidFill>
            <a:srgbClr val="EFEFEF"/>
          </a:solidFill>
        </p:spPr>
        <p:txBody>
          <a:bodyPr vert="horz"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400" dirty="0" smtClean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子模块设计与实现解说</a:t>
            </a:r>
            <a:endParaRPr lang="zh-CN" altLang="en-US" sz="4400" dirty="0" smtClean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1" name="TextBox 2"/>
          <p:cNvSpPr txBox="1"/>
          <p:nvPr/>
        </p:nvSpPr>
        <p:spPr>
          <a:xfrm>
            <a:off x="4771342" y="4897298"/>
            <a:ext cx="287791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第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三部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分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38785" y="5353050"/>
            <a:ext cx="962660" cy="241300"/>
            <a:chOff x="871" y="9284"/>
            <a:chExt cx="2176" cy="546"/>
          </a:xfrm>
        </p:grpSpPr>
        <p:sp>
          <p:nvSpPr>
            <p:cNvPr id="25" name="矩形 24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0928985" y="1263650"/>
            <a:ext cx="962660" cy="241300"/>
            <a:chOff x="871" y="9284"/>
            <a:chExt cx="2176" cy="546"/>
          </a:xfrm>
        </p:grpSpPr>
        <p:sp>
          <p:nvSpPr>
            <p:cNvPr id="6" name="矩形 5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7531100" y="-75628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0006/main" xmlns:r="http://schemas.openxmlformats.org/officeDocument/0006/relationships" xmlns:p="http://schemas.openxmlformats.org/presentationml/0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" name="图片 0"/>
          <p:cNvPicPr>
            <a:picLocks noChangeAspect="1"/>
          </p:cNvPicPr>
          <p:nvPr/>
        </p:nvPicPr>
        <p:blipFill rotWithShape="1">
          <a:blip r:embed="rId1" cstate="print">
            <a:extLst>
              <a:ext uri="{08A0090B-C50C-107E-A917-70E710181C1C}">
                <a11:useLocalDpi xmlns:a11="http://schemas.microsoft.com/office/drawing/0010/main" val="0"/>
              </a:ext>
            </a:extLst>
          </a:blip>
          <a:srcRect l="10106" r="11079"/>
          <a:stretch>
            <a:fillRect/>
          </a:stretch>
        </p:blipFill>
        <p:spPr>
          <a:xfrm>
            <a:off x="0" y="0"/>
            <a:ext cx="10190000" cy="6858000"/>
          </a:xfrm>
          <a:prstGeom prst="rect">
            <a:avLst/>
          </a:prstGeom>
        </p:spPr>
      </p:pic>
      <p:sp>
        <p:nvSpPr>
          <p:cNvPr id="10" name="矩形 10"/>
          <p:cNvSpPr/>
          <p:nvPr/>
        </p:nvSpPr>
        <p:spPr>
          <a:xfrm>
            <a:off x="1550575" y="978850"/>
            <a:ext cx="9086850" cy="19000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1"/>
          <p:cNvSpPr/>
          <p:nvPr/>
        </p:nvSpPr>
        <p:spPr>
          <a:xfrm>
            <a:off x="150005" y="111605"/>
            <a:ext cx="11885900" cy="6571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85" y="118780"/>
            <a:ext cx="811090" cy="061190"/>
            <a:chOff x="-1000" y="9081"/>
            <a:chExt cx="0101" cy="516"/>
          </a:xfrm>
        </p:grpSpPr>
        <p:sp>
          <p:nvSpPr>
            <p:cNvPr id="05" name="矩形 01"/>
            <p:cNvSpPr/>
            <p:nvPr/>
          </p:nvSpPr>
          <p:spPr>
            <a:xfrm>
              <a:off x="-1000" y="9081"/>
              <a:ext cx="0610" cy="516"/>
            </a:xfrm>
            <a:prstGeom prst="rect">
              <a:avLst/>
            </a:prstGeom>
            <a:solidFill>
              <a:schemeClr val="accent0"/>
            </a:solidFill>
            <a:ln>
              <a:noFill/>
            </a:ln>
          </p:spPr>
          <p:style>
            <a:lnRef idx="0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00600010101010101" charset="-108"/>
                <a:ea typeface="汉仪旗黑-55简" panose="00000600010101010101" charset="-108"/>
              </a:endParaRPr>
            </a:p>
          </p:txBody>
        </p:sp>
        <p:sp>
          <p:nvSpPr>
            <p:cNvPr id="06" name="矩形 05"/>
            <p:cNvSpPr/>
            <p:nvPr/>
          </p:nvSpPr>
          <p:spPr>
            <a:xfrm>
              <a:off x="1691" y="9081"/>
              <a:ext cx="507" cy="51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00600010101010101" charset="-108"/>
                <a:ea typeface="汉仪旗黑-55简" panose="00000600010101010101" charset="-108"/>
              </a:endParaRPr>
            </a:p>
          </p:txBody>
        </p:sp>
      </p:grpSp>
      <p:sp>
        <p:nvSpPr>
          <p:cNvPr id="0" name="文本框 1"/>
          <p:cNvSpPr txBox="1"/>
          <p:nvPr/>
        </p:nvSpPr>
        <p:spPr>
          <a:xfrm>
            <a:off x="818060" y="070810"/>
            <a:ext cx="1751880" cy="1600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0100" dirty="0" smtClean="0">
                <a:latin typeface="汉仪雅酷黑 65W" panose="000B0601000000000001" charset="-100"/>
                <a:ea typeface="汉仪雅酷黑 65W" panose="000B0601000000000001" charset="-100"/>
                <a:cs typeface="+mn-ea"/>
                <a:sym typeface="+mn-lt"/>
              </a:rPr>
              <a:t>模块技术解</a:t>
            </a:r>
            <a:r>
              <a:rPr lang="zh-CN" altLang="en-US" sz="0100" dirty="0" smtClean="0">
                <a:latin typeface="汉仪雅酷黑 65W" panose="000B0601000000000001" charset="-100"/>
                <a:ea typeface="汉仪雅酷黑 65W" panose="000B0601000000000001" charset="-100"/>
                <a:cs typeface="+mn-ea"/>
                <a:sym typeface="+mn-lt"/>
              </a:rPr>
              <a:t>说</a:t>
            </a:r>
            <a:endParaRPr lang="zh-CN" altLang="en-US" sz="0100" dirty="0" smtClean="0">
              <a:latin typeface="汉仪雅酷黑 65W" panose="000B0601000000000001" charset="-100"/>
              <a:ea typeface="汉仪雅酷黑 65W" panose="000B0601000000000001" charset="-100"/>
              <a:cs typeface="+mn-ea"/>
              <a:sym typeface="+mn-lt"/>
            </a:endParaRPr>
          </a:p>
        </p:txBody>
      </p:sp>
      <p:sp>
        <p:nvSpPr>
          <p:cNvPr id="0" name="Docer Falling Dust PPT demo 1"/>
          <p:cNvSpPr>
            <a:spLocks noChangeArrowheads="1"/>
          </p:cNvSpPr>
          <p:nvPr/>
        </p:nvSpPr>
        <p:spPr bwMode="auto">
          <a:xfrm>
            <a:off x="0590067" y="0505960"/>
            <a:ext cx="0199718" cy="0050007"/>
          </a:xfrm>
          <a:custGeom>
            <a:avLst/>
            <a:gdLst>
              <a:gd name="T0" fmla="*/ 1008700 w 0119050"/>
              <a:gd name="T1" fmla="*/ 510905 h 0686175"/>
              <a:gd name="T0" fmla="*/ 819150 w 0119050"/>
              <a:gd name="T0" fmla="*/ 657005 h 0686175"/>
              <a:gd name="T1" fmla="*/ 1019175 w 0119050"/>
              <a:gd name="T5" fmla="*/ 0 h 0686175"/>
              <a:gd name="T6" fmla="*/ 1617805 w 0119050"/>
              <a:gd name="T7" fmla="*/ 190500 h 0686175"/>
              <a:gd name="T8" fmla="*/ 1185900 w 0119050"/>
              <a:gd name="T9" fmla="*/ 095075 h 0686175"/>
              <a:gd name="T10" fmla="*/ 0119050 w 0119050"/>
              <a:gd name="T11" fmla="*/ 0000050 h 0686175"/>
              <a:gd name="T10" fmla="*/ 1095100 w 0119050"/>
              <a:gd name="T10" fmla="*/ 0686175 h 0686175"/>
              <a:gd name="T11" fmla="*/ 0 w 0119050"/>
              <a:gd name="T15" fmla="*/ 0686175 h 0686175"/>
              <a:gd name="T16" fmla="*/ 0009800 w 0119050"/>
              <a:gd name="T17" fmla="*/ 0000050 h 0686175"/>
              <a:gd name="T18" fmla="*/ 1008700 w 0119050"/>
              <a:gd name="T19" fmla="*/ 510905 h 0686175"/>
              <a:gd name="T00" fmla="*/ 0 60000 65506"/>
              <a:gd name="T01" fmla="*/ 0 60000 65506"/>
              <a:gd name="T00" fmla="*/ 0 60000 65506"/>
              <a:gd name="T00" fmla="*/ 0 60000 65506"/>
              <a:gd name="T01" fmla="*/ 0 60000 65506"/>
              <a:gd name="T05" fmla="*/ 0 60000 65506"/>
              <a:gd name="T06" fmla="*/ 0 60000 65506"/>
              <a:gd name="T07" fmla="*/ 0 60000 65506"/>
              <a:gd name="T08" fmla="*/ 0 60000 65506"/>
              <a:gd name="T09" fmla="*/ 0 60000 65506"/>
              <a:gd name="T00" fmla="*/ 0 w 0119050"/>
              <a:gd name="T01" fmla="*/ 0 h 0686175"/>
              <a:gd name="T00" fmla="*/ 0119050 w 0119050"/>
              <a:gd name="T00" fmla="*/ 0686175 h 0686175"/>
            </a:gdLst>
            <a:ahLst/>
            <a:cxnLst>
              <a:cxn ang="T00">
                <a:pos x="T0" y="T1"/>
              </a:cxn>
              <a:cxn ang="T01">
                <a:pos x="T0" y="T0"/>
              </a:cxn>
              <a:cxn ang="T00">
                <a:pos x="T1" y="T5"/>
              </a:cxn>
              <a:cxn ang="T00">
                <a:pos x="T6" y="T7"/>
              </a:cxn>
              <a:cxn ang="T01">
                <a:pos x="T8" y="T9"/>
              </a:cxn>
              <a:cxn ang="T05">
                <a:pos x="T10" y="T11"/>
              </a:cxn>
              <a:cxn ang="T06">
                <a:pos x="T10" y="T10"/>
              </a:cxn>
              <a:cxn ang="T07">
                <a:pos x="T11" y="T15"/>
              </a:cxn>
              <a:cxn ang="T08">
                <a:pos x="T16" y="T17"/>
              </a:cxn>
              <a:cxn ang="T09">
                <a:pos x="T18" y="T19"/>
              </a:cxn>
            </a:cxnLst>
            <a:rect l="T00" t="T01" r="T00" b="T00"/>
            <a:pathLst>
              <a:path w="0119050" h="0686175">
                <a:moveTo>
                  <a:pt x="1008700" y="510905"/>
                </a:moveTo>
                <a:lnTo>
                  <a:pt x="819150" y="657005"/>
                </a:lnTo>
                <a:lnTo>
                  <a:pt x="1019175" y="0"/>
                </a:lnTo>
                <a:lnTo>
                  <a:pt x="1617805" y="190500"/>
                </a:lnTo>
                <a:lnTo>
                  <a:pt x="1185900" y="095075"/>
                </a:lnTo>
                <a:lnTo>
                  <a:pt x="0119050" y="0000050"/>
                </a:lnTo>
                <a:lnTo>
                  <a:pt x="1095100" y="0686175"/>
                </a:lnTo>
                <a:lnTo>
                  <a:pt x="0" y="0686175"/>
                </a:lnTo>
                <a:lnTo>
                  <a:pt x="0009800" y="0000050"/>
                </a:lnTo>
                <a:lnTo>
                  <a:pt x="1008700" y="510905"/>
                </a:lnTo>
                <a:close/>
              </a:path>
            </a:pathLst>
          </a:custGeom>
          <a:ln>
            <a:noFill/>
          </a:ln>
        </p:spPr>
        <p:style>
          <a:lnRef idx="0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01090" rIns="68580" bIns="01090" anchor="ctr"/>
          <a:p>
            <a:pPr algn="ctr"/>
            <a:endParaRPr lang="zh-CN" altLang="zh-CN">
              <a:solidFill>
                <a:srgbClr val="FFFFFF"/>
              </a:solidFill>
              <a:latin typeface="汉仪旗黑-55简" panose="00000600010101010101" charset="-108"/>
              <a:cs typeface="汉仪旗黑-55简" panose="00000600010101010101" charset="-108"/>
              <a:sym typeface="汉仪旗黑-55简" panose="00000600010101010101" charset="-108"/>
            </a:endParaRPr>
          </a:p>
        </p:txBody>
      </p:sp>
      <p:sp>
        <p:nvSpPr>
          <p:cNvPr id="6" name="Docer Falling Dust PPT demo 0"/>
          <p:cNvSpPr>
            <a:spLocks noChangeArrowheads="1"/>
          </p:cNvSpPr>
          <p:nvPr/>
        </p:nvSpPr>
        <p:spPr bwMode="auto">
          <a:xfrm>
            <a:off x="1771185" y="0951619"/>
            <a:ext cx="1000798" cy="0906079"/>
          </a:xfrm>
          <a:custGeom>
            <a:avLst/>
            <a:gdLst>
              <a:gd name="T0" fmla="*/ 1057000 w 1000975"/>
              <a:gd name="T1" fmla="*/ 050105 h 1095775"/>
              <a:gd name="T0" fmla="*/ 700105 w 1000975"/>
              <a:gd name="T0" fmla="*/ 0 h 1095775"/>
              <a:gd name="T1" fmla="*/ 050105 w 1000975"/>
              <a:gd name="T5" fmla="*/ 550150 h 1095775"/>
              <a:gd name="T6" fmla="*/ 510905 w 1000975"/>
              <a:gd name="T7" fmla="*/ 500875 h 1095775"/>
              <a:gd name="T8" fmla="*/ 1100950 w 1000975"/>
              <a:gd name="T9" fmla="*/ 0609850 h 1095775"/>
              <a:gd name="T10" fmla="*/ 0 w 1000975"/>
              <a:gd name="T11" fmla="*/ 1095775 h 1095775"/>
              <a:gd name="T10" fmla="*/ 1000975 w 1000975"/>
              <a:gd name="T10" fmla="*/ 1095775 h 1095775"/>
              <a:gd name="T11" fmla="*/ 1000975 w 1000975"/>
              <a:gd name="T15" fmla="*/ 0600005 h 1095775"/>
              <a:gd name="T16" fmla="*/ 1085850 w 1000975"/>
              <a:gd name="T17" fmla="*/ 090505 h 1095775"/>
              <a:gd name="T18" fmla="*/ 1057000 w 1000975"/>
              <a:gd name="T19" fmla="*/ 050105 h 1095775"/>
              <a:gd name="T00" fmla="*/ 0 60000 65506"/>
              <a:gd name="T01" fmla="*/ 0 60000 65506"/>
              <a:gd name="T00" fmla="*/ 0 60000 65506"/>
              <a:gd name="T00" fmla="*/ 0 60000 65506"/>
              <a:gd name="T01" fmla="*/ 0 60000 65506"/>
              <a:gd name="T05" fmla="*/ 0 60000 65506"/>
              <a:gd name="T06" fmla="*/ 0 60000 65506"/>
              <a:gd name="T07" fmla="*/ 0 60000 65506"/>
              <a:gd name="T08" fmla="*/ 0 60000 65506"/>
              <a:gd name="T09" fmla="*/ 0 60000 65506"/>
              <a:gd name="T00" fmla="*/ 0 w 1000975"/>
              <a:gd name="T01" fmla="*/ 0 h 1095775"/>
              <a:gd name="T00" fmla="*/ 1000975 w 1000975"/>
              <a:gd name="T00" fmla="*/ 1095775 h 1095775"/>
            </a:gdLst>
            <a:ahLst/>
            <a:cxnLst>
              <a:cxn ang="T00">
                <a:pos x="T0" y="T1"/>
              </a:cxn>
              <a:cxn ang="T01">
                <a:pos x="T0" y="T0"/>
              </a:cxn>
              <a:cxn ang="T00">
                <a:pos x="T1" y="T5"/>
              </a:cxn>
              <a:cxn ang="T00">
                <a:pos x="T6" y="T7"/>
              </a:cxn>
              <a:cxn ang="T01">
                <a:pos x="T8" y="T9"/>
              </a:cxn>
              <a:cxn ang="T05">
                <a:pos x="T10" y="T11"/>
              </a:cxn>
              <a:cxn ang="T06">
                <a:pos x="T10" y="T10"/>
              </a:cxn>
              <a:cxn ang="T07">
                <a:pos x="T11" y="T15"/>
              </a:cxn>
              <a:cxn ang="T08">
                <a:pos x="T16" y="T17"/>
              </a:cxn>
              <a:cxn ang="T09">
                <a:pos x="T18" y="T19"/>
              </a:cxn>
            </a:cxnLst>
            <a:rect l="T00" t="T01" r="T00" b="T00"/>
            <a:pathLst>
              <a:path w="1000975" h="1095775">
                <a:moveTo>
                  <a:pt x="1057000" y="050105"/>
                </a:moveTo>
                <a:lnTo>
                  <a:pt x="700105" y="0"/>
                </a:lnTo>
                <a:lnTo>
                  <a:pt x="050105" y="550150"/>
                </a:lnTo>
                <a:lnTo>
                  <a:pt x="510905" y="500875"/>
                </a:lnTo>
                <a:lnTo>
                  <a:pt x="1100950" y="0609850"/>
                </a:lnTo>
                <a:lnTo>
                  <a:pt x="0" y="1095775"/>
                </a:lnTo>
                <a:lnTo>
                  <a:pt x="1000975" y="1095775"/>
                </a:lnTo>
                <a:lnTo>
                  <a:pt x="1000975" y="0600005"/>
                </a:lnTo>
                <a:lnTo>
                  <a:pt x="1085850" y="090505"/>
                </a:lnTo>
                <a:lnTo>
                  <a:pt x="1057000" y="050105"/>
                </a:lnTo>
                <a:close/>
              </a:path>
            </a:pathLst>
          </a:custGeom>
          <a:ln>
            <a:noFill/>
          </a:ln>
        </p:spPr>
        <p:style>
          <a:lnRef idx="0">
            <a:schemeClr val="accent0">
              <a:shade val="50000"/>
            </a:schemeClr>
          </a:lnRef>
          <a:fillRef idx="1">
            <a:schemeClr val="accent0"/>
          </a:fillRef>
          <a:effectRef idx="0">
            <a:schemeClr val="accent0"/>
          </a:effectRef>
          <a:fontRef idx="minor">
            <a:schemeClr val="lt1"/>
          </a:fontRef>
        </p:style>
        <p:txBody>
          <a:bodyPr lIns="68580" tIns="01090" rIns="68580" bIns="01090" anchor="ctr"/>
          <a:p>
            <a:pPr algn="ctr"/>
            <a:endParaRPr lang="zh-CN" altLang="zh-CN">
              <a:solidFill>
                <a:srgbClr val="FFFFFF"/>
              </a:solidFill>
              <a:latin typeface="汉仪旗黑-55简" panose="00000600010101010101" charset="-108"/>
              <a:cs typeface="汉仪旗黑-55简" panose="00000600010101010101" charset="-108"/>
              <a:sym typeface="汉仪旗黑-55简" panose="00000600010101010101" charset="-108"/>
            </a:endParaRPr>
          </a:p>
        </p:txBody>
      </p:sp>
      <p:sp>
        <p:nvSpPr>
          <p:cNvPr id="07" name="Docer Falling Dust PPT demo 0"/>
          <p:cNvSpPr>
            <a:spLocks noChangeArrowheads="1"/>
          </p:cNvSpPr>
          <p:nvPr/>
        </p:nvSpPr>
        <p:spPr bwMode="auto">
          <a:xfrm flipH="1">
            <a:off x="6156850" y="0505960"/>
            <a:ext cx="0199718" cy="0050007"/>
          </a:xfrm>
          <a:custGeom>
            <a:avLst/>
            <a:gdLst>
              <a:gd name="T0" fmla="*/ 1008700 w 0119050"/>
              <a:gd name="T1" fmla="*/ 510905 h 0686175"/>
              <a:gd name="T0" fmla="*/ 819150 w 0119050"/>
              <a:gd name="T0" fmla="*/ 657005 h 0686175"/>
              <a:gd name="T1" fmla="*/ 1019175 w 0119050"/>
              <a:gd name="T5" fmla="*/ 0 h 0686175"/>
              <a:gd name="T6" fmla="*/ 1617805 w 0119050"/>
              <a:gd name="T7" fmla="*/ 190500 h 0686175"/>
              <a:gd name="T8" fmla="*/ 1185900 w 0119050"/>
              <a:gd name="T9" fmla="*/ 095075 h 0686175"/>
              <a:gd name="T10" fmla="*/ 0119050 w 0119050"/>
              <a:gd name="T11" fmla="*/ 0000050 h 0686175"/>
              <a:gd name="T10" fmla="*/ 1095100 w 0119050"/>
              <a:gd name="T10" fmla="*/ 0686175 h 0686175"/>
              <a:gd name="T11" fmla="*/ 0 w 0119050"/>
              <a:gd name="T15" fmla="*/ 0686175 h 0686175"/>
              <a:gd name="T16" fmla="*/ 0009800 w 0119050"/>
              <a:gd name="T17" fmla="*/ 0000050 h 0686175"/>
              <a:gd name="T18" fmla="*/ 1008700 w 0119050"/>
              <a:gd name="T19" fmla="*/ 510905 h 0686175"/>
              <a:gd name="T00" fmla="*/ 0 60000 65506"/>
              <a:gd name="T01" fmla="*/ 0 60000 65506"/>
              <a:gd name="T00" fmla="*/ 0 60000 65506"/>
              <a:gd name="T00" fmla="*/ 0 60000 65506"/>
              <a:gd name="T01" fmla="*/ 0 60000 65506"/>
              <a:gd name="T05" fmla="*/ 0 60000 65506"/>
              <a:gd name="T06" fmla="*/ 0 60000 65506"/>
              <a:gd name="T07" fmla="*/ 0 60000 65506"/>
              <a:gd name="T08" fmla="*/ 0 60000 65506"/>
              <a:gd name="T09" fmla="*/ 0 60000 65506"/>
              <a:gd name="T00" fmla="*/ 0 w 0119050"/>
              <a:gd name="T01" fmla="*/ 0 h 0686175"/>
              <a:gd name="T00" fmla="*/ 0119050 w 0119050"/>
              <a:gd name="T00" fmla="*/ 0686175 h 0686175"/>
            </a:gdLst>
            <a:ahLst/>
            <a:cxnLst>
              <a:cxn ang="T00">
                <a:pos x="T0" y="T1"/>
              </a:cxn>
              <a:cxn ang="T01">
                <a:pos x="T0" y="T0"/>
              </a:cxn>
              <a:cxn ang="T00">
                <a:pos x="T1" y="T5"/>
              </a:cxn>
              <a:cxn ang="T00">
                <a:pos x="T6" y="T7"/>
              </a:cxn>
              <a:cxn ang="T01">
                <a:pos x="T8" y="T9"/>
              </a:cxn>
              <a:cxn ang="T05">
                <a:pos x="T10" y="T11"/>
              </a:cxn>
              <a:cxn ang="T06">
                <a:pos x="T10" y="T10"/>
              </a:cxn>
              <a:cxn ang="T07">
                <a:pos x="T11" y="T15"/>
              </a:cxn>
              <a:cxn ang="T08">
                <a:pos x="T16" y="T17"/>
              </a:cxn>
              <a:cxn ang="T09">
                <a:pos x="T18" y="T19"/>
              </a:cxn>
            </a:cxnLst>
            <a:rect l="T00" t="T01" r="T00" b="T00"/>
            <a:pathLst>
              <a:path w="0119050" h="0686175">
                <a:moveTo>
                  <a:pt x="1008700" y="510905"/>
                </a:moveTo>
                <a:lnTo>
                  <a:pt x="819150" y="657005"/>
                </a:lnTo>
                <a:lnTo>
                  <a:pt x="1019175" y="0"/>
                </a:lnTo>
                <a:lnTo>
                  <a:pt x="1617805" y="190500"/>
                </a:lnTo>
                <a:lnTo>
                  <a:pt x="1185900" y="095075"/>
                </a:lnTo>
                <a:lnTo>
                  <a:pt x="0119050" y="0000050"/>
                </a:lnTo>
                <a:lnTo>
                  <a:pt x="1095100" y="0686175"/>
                </a:lnTo>
                <a:lnTo>
                  <a:pt x="0" y="0686175"/>
                </a:lnTo>
                <a:lnTo>
                  <a:pt x="0009800" y="0000050"/>
                </a:lnTo>
                <a:lnTo>
                  <a:pt x="1008700" y="510905"/>
                </a:lnTo>
                <a:close/>
              </a:path>
            </a:pathLst>
          </a:custGeom>
          <a:ln>
            <a:noFill/>
          </a:ln>
        </p:spPr>
        <p:style>
          <a:lnRef idx="0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01090" rIns="68580" bIns="01090" anchor="ctr"/>
          <a:p>
            <a:pPr algn="ctr"/>
            <a:endParaRPr lang="zh-CN" altLang="zh-CN">
              <a:solidFill>
                <a:srgbClr val="FFFFFF"/>
              </a:solidFill>
              <a:latin typeface="汉仪旗黑-55简" panose="00000600010101010101" charset="-108"/>
              <a:cs typeface="汉仪旗黑-55简" panose="00000600010101010101" charset="-108"/>
              <a:sym typeface="汉仪旗黑-55简" panose="00000600010101010101" charset="-108"/>
            </a:endParaRPr>
          </a:p>
        </p:txBody>
      </p:sp>
      <p:sp>
        <p:nvSpPr>
          <p:cNvPr id="08" name="Docer Falling Dust PPT demo 1"/>
          <p:cNvSpPr>
            <a:spLocks noChangeArrowheads="1"/>
          </p:cNvSpPr>
          <p:nvPr/>
        </p:nvSpPr>
        <p:spPr bwMode="auto">
          <a:xfrm flipH="1">
            <a:off x="5971981" y="0951619"/>
            <a:ext cx="1000798" cy="0906079"/>
          </a:xfrm>
          <a:custGeom>
            <a:avLst/>
            <a:gdLst>
              <a:gd name="T0" fmla="*/ 1057000 w 1000975"/>
              <a:gd name="T1" fmla="*/ 050105 h 1095775"/>
              <a:gd name="T0" fmla="*/ 700105 w 1000975"/>
              <a:gd name="T0" fmla="*/ 0 h 1095775"/>
              <a:gd name="T1" fmla="*/ 050105 w 1000975"/>
              <a:gd name="T5" fmla="*/ 550150 h 1095775"/>
              <a:gd name="T6" fmla="*/ 510905 w 1000975"/>
              <a:gd name="T7" fmla="*/ 500875 h 1095775"/>
              <a:gd name="T8" fmla="*/ 1100950 w 1000975"/>
              <a:gd name="T9" fmla="*/ 0609850 h 1095775"/>
              <a:gd name="T10" fmla="*/ 0 w 1000975"/>
              <a:gd name="T11" fmla="*/ 1095775 h 1095775"/>
              <a:gd name="T10" fmla="*/ 1000975 w 1000975"/>
              <a:gd name="T10" fmla="*/ 1095775 h 1095775"/>
              <a:gd name="T11" fmla="*/ 1000975 w 1000975"/>
              <a:gd name="T15" fmla="*/ 0600005 h 1095775"/>
              <a:gd name="T16" fmla="*/ 1085850 w 1000975"/>
              <a:gd name="T17" fmla="*/ 090505 h 1095775"/>
              <a:gd name="T18" fmla="*/ 1057000 w 1000975"/>
              <a:gd name="T19" fmla="*/ 050105 h 1095775"/>
              <a:gd name="T00" fmla="*/ 0 60000 65506"/>
              <a:gd name="T01" fmla="*/ 0 60000 65506"/>
              <a:gd name="T00" fmla="*/ 0 60000 65506"/>
              <a:gd name="T00" fmla="*/ 0 60000 65506"/>
              <a:gd name="T01" fmla="*/ 0 60000 65506"/>
              <a:gd name="T05" fmla="*/ 0 60000 65506"/>
              <a:gd name="T06" fmla="*/ 0 60000 65506"/>
              <a:gd name="T07" fmla="*/ 0 60000 65506"/>
              <a:gd name="T08" fmla="*/ 0 60000 65506"/>
              <a:gd name="T09" fmla="*/ 0 60000 65506"/>
              <a:gd name="T00" fmla="*/ 0 w 1000975"/>
              <a:gd name="T01" fmla="*/ 0 h 1095775"/>
              <a:gd name="T00" fmla="*/ 1000975 w 1000975"/>
              <a:gd name="T00" fmla="*/ 1095775 h 1095775"/>
            </a:gdLst>
            <a:ahLst/>
            <a:cxnLst>
              <a:cxn ang="T00">
                <a:pos x="T0" y="T1"/>
              </a:cxn>
              <a:cxn ang="T01">
                <a:pos x="T0" y="T0"/>
              </a:cxn>
              <a:cxn ang="T00">
                <a:pos x="T1" y="T5"/>
              </a:cxn>
              <a:cxn ang="T00">
                <a:pos x="T6" y="T7"/>
              </a:cxn>
              <a:cxn ang="T01">
                <a:pos x="T8" y="T9"/>
              </a:cxn>
              <a:cxn ang="T05">
                <a:pos x="T10" y="T11"/>
              </a:cxn>
              <a:cxn ang="T06">
                <a:pos x="T10" y="T10"/>
              </a:cxn>
              <a:cxn ang="T07">
                <a:pos x="T11" y="T15"/>
              </a:cxn>
              <a:cxn ang="T08">
                <a:pos x="T16" y="T17"/>
              </a:cxn>
              <a:cxn ang="T09">
                <a:pos x="T18" y="T19"/>
              </a:cxn>
            </a:cxnLst>
            <a:rect l="T00" t="T01" r="T00" b="T00"/>
            <a:pathLst>
              <a:path w="1000975" h="1095775">
                <a:moveTo>
                  <a:pt x="1057000" y="050105"/>
                </a:moveTo>
                <a:lnTo>
                  <a:pt x="700105" y="0"/>
                </a:lnTo>
                <a:lnTo>
                  <a:pt x="050105" y="550150"/>
                </a:lnTo>
                <a:lnTo>
                  <a:pt x="510905" y="500875"/>
                </a:lnTo>
                <a:lnTo>
                  <a:pt x="1100950" y="0609850"/>
                </a:lnTo>
                <a:lnTo>
                  <a:pt x="0" y="1095775"/>
                </a:lnTo>
                <a:lnTo>
                  <a:pt x="1000975" y="1095775"/>
                </a:lnTo>
                <a:lnTo>
                  <a:pt x="1000975" y="0600005"/>
                </a:lnTo>
                <a:lnTo>
                  <a:pt x="1085850" y="090505"/>
                </a:lnTo>
                <a:lnTo>
                  <a:pt x="1057000" y="050105"/>
                </a:lnTo>
                <a:close/>
              </a:path>
            </a:pathLst>
          </a:custGeom>
          <a:ln>
            <a:noFill/>
          </a:ln>
        </p:spPr>
        <p:style>
          <a:lnRef idx="0">
            <a:schemeClr val="accent0">
              <a:shade val="50000"/>
            </a:schemeClr>
          </a:lnRef>
          <a:fillRef idx="1">
            <a:schemeClr val="accent0"/>
          </a:fillRef>
          <a:effectRef idx="0">
            <a:schemeClr val="accent0"/>
          </a:effectRef>
          <a:fontRef idx="minor">
            <a:schemeClr val="lt1"/>
          </a:fontRef>
        </p:style>
        <p:txBody>
          <a:bodyPr lIns="68580" tIns="01090" rIns="68580" bIns="01090" anchor="ctr"/>
          <a:p>
            <a:pPr algn="ctr"/>
            <a:endParaRPr lang="zh-CN" altLang="zh-CN">
              <a:solidFill>
                <a:srgbClr val="FFFFFF"/>
              </a:solidFill>
              <a:latin typeface="汉仪旗黑-55简" panose="00000600010101010101" charset="-108"/>
              <a:cs typeface="汉仪旗黑-55简" panose="00000600010101010101" charset="-108"/>
              <a:sym typeface="汉仪旗黑-55简" panose="00000600010101010101" charset="-108"/>
            </a:endParaRPr>
          </a:p>
        </p:txBody>
      </p:sp>
      <p:sp>
        <p:nvSpPr>
          <p:cNvPr id="7" name="Docer Falling Dust PPT demo 1"/>
          <p:cNvSpPr/>
          <p:nvPr/>
        </p:nvSpPr>
        <p:spPr>
          <a:xfrm>
            <a:off x="7601500" y="0001081"/>
            <a:ext cx="605000" cy="605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 smtClean="0">
                <a:latin typeface="汉仪旗黑-55简" panose="00000600010101010101" charset="-108"/>
                <a:ea typeface="汉仪旗黑-55简" panose="00000600010101010101" charset="-108"/>
                <a:cs typeface="汉仪旗黑-55简" panose="00000600010101010101" charset="-108"/>
              </a:rPr>
              <a:t>1</a:t>
            </a:r>
            <a:endParaRPr lang="en-US" altLang="zh-CN" dirty="0" smtClean="0">
              <a:latin typeface="汉仪旗黑-55简" panose="00000600010101010101" charset="-108"/>
              <a:ea typeface="汉仪旗黑-55简" panose="00000600010101010101" charset="-108"/>
              <a:cs typeface="汉仪旗黑-55简" panose="00000600010101010101" charset="-108"/>
            </a:endParaRPr>
          </a:p>
        </p:txBody>
      </p:sp>
      <p:sp>
        <p:nvSpPr>
          <p:cNvPr id="01" name="Docer Falling Dust PPT demo 0"/>
          <p:cNvSpPr/>
          <p:nvPr/>
        </p:nvSpPr>
        <p:spPr>
          <a:xfrm>
            <a:off x="6081960" y="0180856"/>
            <a:ext cx="605000" cy="605000"/>
          </a:xfrm>
          <a:prstGeom prst="ellipse">
            <a:avLst/>
          </a:prstGeom>
          <a:solidFill>
            <a:schemeClr val="accent0"/>
          </a:solidFill>
          <a:ln>
            <a:noFill/>
          </a:ln>
        </p:spPr>
        <p:style>
          <a:lnRef idx="0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 smtClean="0">
                <a:latin typeface="汉仪旗黑-55简" panose="00000600010101010101" charset="-108"/>
                <a:ea typeface="汉仪旗黑-55简" panose="00000600010101010101" charset="-108"/>
                <a:cs typeface="汉仪旗黑-55简" panose="00000600010101010101" charset="-108"/>
              </a:rPr>
              <a:t>0</a:t>
            </a:r>
            <a:endParaRPr lang="en-US" altLang="zh-CN" dirty="0" smtClean="0">
              <a:latin typeface="汉仪旗黑-55简" panose="00000600010101010101" charset="-108"/>
              <a:ea typeface="汉仪旗黑-55简" panose="00000600010101010101" charset="-108"/>
              <a:cs typeface="汉仪旗黑-55简" panose="00000600010101010101" charset="-108"/>
            </a:endParaRPr>
          </a:p>
        </p:txBody>
      </p:sp>
      <p:sp>
        <p:nvSpPr>
          <p:cNvPr id="00" name="Docer Falling Dust PPT demo 0"/>
          <p:cNvSpPr/>
          <p:nvPr/>
        </p:nvSpPr>
        <p:spPr>
          <a:xfrm>
            <a:off x="5010711" y="0180856"/>
            <a:ext cx="605000" cy="605000"/>
          </a:xfrm>
          <a:prstGeom prst="ellipse">
            <a:avLst/>
          </a:prstGeom>
          <a:solidFill>
            <a:schemeClr val="accent0"/>
          </a:solidFill>
          <a:ln>
            <a:noFill/>
          </a:ln>
        </p:spPr>
        <p:style>
          <a:lnRef idx="0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 smtClean="0">
                <a:latin typeface="汉仪旗黑-55简" panose="00000600010101010101" charset="-108"/>
                <a:ea typeface="汉仪旗黑-55简" panose="00000600010101010101" charset="-108"/>
                <a:cs typeface="汉仪旗黑-55简" panose="00000600010101010101" charset="-108"/>
              </a:rPr>
              <a:t>0</a:t>
            </a:r>
            <a:endParaRPr lang="en-US" altLang="zh-CN" dirty="0" smtClean="0">
              <a:latin typeface="汉仪旗黑-55简" panose="00000600010101010101" charset="-108"/>
              <a:ea typeface="汉仪旗黑-55简" panose="00000600010101010101" charset="-108"/>
              <a:cs typeface="汉仪旗黑-55简" panose="00000600010101010101" charset="-108"/>
            </a:endParaRPr>
          </a:p>
        </p:txBody>
      </p:sp>
      <p:sp>
        <p:nvSpPr>
          <p:cNvPr id="00" name="Docer Falling Dust PPT demo 1"/>
          <p:cNvSpPr/>
          <p:nvPr/>
        </p:nvSpPr>
        <p:spPr>
          <a:xfrm>
            <a:off x="0707751" y="0001081"/>
            <a:ext cx="605000" cy="605000"/>
          </a:xfrm>
          <a:prstGeom prst="ellipse">
            <a:avLst/>
          </a:prstGeom>
          <a:ln>
            <a:noFill/>
          </a:ln>
        </p:spPr>
        <p:style>
          <a:lnRef idx="0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 smtClean="0">
                <a:latin typeface="汉仪旗黑-55简" panose="00000600010101010101" charset="-108"/>
                <a:ea typeface="汉仪旗黑-55简" panose="00000600010101010101" charset="-108"/>
                <a:cs typeface="汉仪旗黑-55简" panose="00000600010101010101" charset="-108"/>
              </a:rPr>
              <a:t>1</a:t>
            </a:r>
            <a:endParaRPr lang="en-US" altLang="zh-CN" dirty="0" smtClean="0">
              <a:latin typeface="汉仪旗黑-55简" panose="00000600010101010101" charset="-108"/>
              <a:ea typeface="汉仪旗黑-55简" panose="00000600010101010101" charset="-108"/>
              <a:cs typeface="汉仪旗黑-55简" panose="00000600010101010101" charset="-108"/>
            </a:endParaRPr>
          </a:p>
        </p:txBody>
      </p:sp>
      <p:sp>
        <p:nvSpPr>
          <p:cNvPr id="01" name="Docer Falling Dust PPT demo 1"/>
          <p:cNvSpPr>
            <a:spLocks noEditPoints="1"/>
          </p:cNvSpPr>
          <p:nvPr/>
        </p:nvSpPr>
        <p:spPr bwMode="auto">
          <a:xfrm>
            <a:off x="1075500" y="6011095"/>
            <a:ext cx="095661" cy="100000"/>
          </a:xfrm>
          <a:custGeom>
            <a:avLst/>
            <a:gdLst>
              <a:gd name="T0" fmla="*/ 001 w 501"/>
              <a:gd name="T1" fmla="*/ 550 h 550"/>
              <a:gd name="T0" fmla="*/ 087 w 501"/>
              <a:gd name="T0" fmla="*/ 008 h 550"/>
              <a:gd name="T1" fmla="*/ 116 w 501"/>
              <a:gd name="T5" fmla="*/ 180 h 550"/>
              <a:gd name="T6" fmla="*/ 098 w 501"/>
              <a:gd name="T7" fmla="*/ 188 h 550"/>
              <a:gd name="T8" fmla="*/ 087 w 501"/>
              <a:gd name="T9" fmla="*/ 178 h 550"/>
              <a:gd name="T10" fmla="*/ 071 w 501"/>
              <a:gd name="T11" fmla="*/ 167 h 550"/>
              <a:gd name="T10" fmla="*/ 050 w 501"/>
              <a:gd name="T10" fmla="*/ 161 h 550"/>
              <a:gd name="T11" fmla="*/ 001 w 501"/>
              <a:gd name="T15" fmla="*/ 119 h 550"/>
              <a:gd name="T16" fmla="*/ 060 w 501"/>
              <a:gd name="T17" fmla="*/ 050 h 550"/>
              <a:gd name="T18" fmla="*/ 007 w 501"/>
              <a:gd name="T19" fmla="*/ 111 h 550"/>
              <a:gd name="T00" fmla="*/ 096 w 501"/>
              <a:gd name="T01" fmla="*/ 101 h 550"/>
              <a:gd name="T00" fmla="*/ 090 w 501"/>
              <a:gd name="T00" fmla="*/ 119 h 550"/>
              <a:gd name="T01" fmla="*/ 009 w 501"/>
              <a:gd name="T05" fmla="*/ 000 h 550"/>
              <a:gd name="T06" fmla="*/ 100 w 501"/>
              <a:gd name="T07" fmla="*/ 179 h 550"/>
              <a:gd name="T08" fmla="*/ 101 w 501"/>
              <a:gd name="T09" fmla="*/ 100 h 550"/>
              <a:gd name="T00" fmla="*/ 109 w 501"/>
              <a:gd name="T01" fmla="*/ 80 h 550"/>
              <a:gd name="T00" fmla="*/ 160 w 501"/>
              <a:gd name="T00" fmla="*/ 76 h 550"/>
              <a:gd name="T01" fmla="*/ 006 w 501"/>
              <a:gd name="T05" fmla="*/ 81 h 550"/>
              <a:gd name="T06" fmla="*/ 057 w 501"/>
              <a:gd name="T07" fmla="*/ 88 h 550"/>
              <a:gd name="T08" fmla="*/ 089 w 501"/>
              <a:gd name="T09" fmla="*/ 85 h 550"/>
              <a:gd name="T10" fmla="*/ 095 w 501"/>
              <a:gd name="T11" fmla="*/ 150 h 550"/>
              <a:gd name="T10" fmla="*/ 007 w 501"/>
              <a:gd name="T10" fmla="*/ 168 h 550"/>
              <a:gd name="T11" fmla="*/ 000 w 501"/>
              <a:gd name="T15" fmla="*/ 150 h 550"/>
              <a:gd name="T16" fmla="*/ 000 w 501"/>
              <a:gd name="T17" fmla="*/ 100 h 550"/>
              <a:gd name="T18" fmla="*/ 018 w 501"/>
              <a:gd name="T19" fmla="*/ 70 h 550"/>
              <a:gd name="T50" fmla="*/ 010 w 501"/>
              <a:gd name="T51" fmla="*/ 08 h 550"/>
              <a:gd name="T50" fmla="*/ 080 w 501"/>
              <a:gd name="T50" fmla="*/ 15 h 550"/>
              <a:gd name="T51" fmla="*/ 015 w 501"/>
              <a:gd name="T55" fmla="*/ 0 h 550"/>
              <a:gd name="T56" fmla="*/ 000 w 501"/>
              <a:gd name="T57" fmla="*/ 0 h 550"/>
              <a:gd name="T58" fmla="*/ 161 w 501"/>
              <a:gd name="T59" fmla="*/ 6 h 550"/>
              <a:gd name="T60" fmla="*/ 108 w 501"/>
              <a:gd name="T61" fmla="*/ 00 h 550"/>
              <a:gd name="T60" fmla="*/ 110 w 501"/>
              <a:gd name="T60" fmla="*/ 50 h 550"/>
              <a:gd name="T61" fmla="*/ 106 w 501"/>
              <a:gd name="T65" fmla="*/ 115 h 550"/>
              <a:gd name="T66" fmla="*/ 107 w 501"/>
              <a:gd name="T67" fmla="*/ 150 h 550"/>
              <a:gd name="T68" fmla="*/ 118 w 501"/>
              <a:gd name="T69" fmla="*/ 168 h 550"/>
              <a:gd name="T70" fmla="*/ 100 w 501"/>
              <a:gd name="T71" fmla="*/ 179 h 550"/>
              <a:gd name="T70" fmla="*/ 70 w 501"/>
              <a:gd name="T70" fmla="*/ 001 h 550"/>
              <a:gd name="T71" fmla="*/ 110 w 501"/>
              <a:gd name="T75" fmla="*/ 070 h 550"/>
              <a:gd name="T76" fmla="*/ 067 w 501"/>
              <a:gd name="T77" fmla="*/ 059 h 550"/>
              <a:gd name="T78" fmla="*/ 016 w 501"/>
              <a:gd name="T79" fmla="*/ 086 h 550"/>
              <a:gd name="T80" fmla="*/ 080 w 501"/>
              <a:gd name="T81" fmla="*/ 056 h 550"/>
              <a:gd name="T80" fmla="*/ 058 w 501"/>
              <a:gd name="T80" fmla="*/ 191 h 550"/>
              <a:gd name="T81" fmla="*/ 0 w 501"/>
              <a:gd name="T85" fmla="*/ 105 h 550"/>
              <a:gd name="T86" fmla="*/ 5 w 501"/>
              <a:gd name="T87" fmla="*/ 069 h 550"/>
              <a:gd name="T88" fmla="*/ 17 w 501"/>
              <a:gd name="T89" fmla="*/ 000 h 550"/>
              <a:gd name="T90" fmla="*/ 500 w 501"/>
              <a:gd name="T91" fmla="*/ 015 h 550"/>
              <a:gd name="T90" fmla="*/ 501 w 501"/>
              <a:gd name="T90" fmla="*/ 098 h 550"/>
              <a:gd name="T91" fmla="*/ 197 w 501"/>
              <a:gd name="T95" fmla="*/ 080 h 550"/>
              <a:gd name="T96" fmla="*/ 111 w 501"/>
              <a:gd name="T97" fmla="*/ 008 h 550"/>
              <a:gd name="T98" fmla="*/ 098 w 501"/>
              <a:gd name="T99" fmla="*/ 006 h 550"/>
              <a:gd name="T100" fmla="*/ 080 w 501"/>
              <a:gd name="T101" fmla="*/ 010 h 550"/>
              <a:gd name="T100" fmla="*/ 060 w 501"/>
              <a:gd name="T100" fmla="*/ 077 h 550"/>
            </a:gdLst>
            <a:ahLst/>
            <a:cxnLst>
              <a:cxn ang="0">
                <a:pos x="T0" y="T1"/>
              </a:cxn>
              <a:cxn ang="0">
                <a:pos x="T0" y="T0"/>
              </a:cxn>
              <a:cxn ang="0">
                <a:pos x="T1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0" y="T10"/>
              </a:cxn>
              <a:cxn ang="0">
                <a:pos x="T11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00" y="T01"/>
              </a:cxn>
              <a:cxn ang="0">
                <a:pos x="T00" y="T00"/>
              </a:cxn>
              <a:cxn ang="0">
                <a:pos x="T01" y="T05"/>
              </a:cxn>
              <a:cxn ang="0">
                <a:pos x="T06" y="T07"/>
              </a:cxn>
              <a:cxn ang="0">
                <a:pos x="T08" y="T09"/>
              </a:cxn>
              <a:cxn ang="0">
                <a:pos x="T00" y="T01"/>
              </a:cxn>
              <a:cxn ang="0">
                <a:pos x="T00" y="T00"/>
              </a:cxn>
              <a:cxn ang="0">
                <a:pos x="T01" y="T05"/>
              </a:cxn>
              <a:cxn ang="0">
                <a:pos x="T06" y="T07"/>
              </a:cxn>
              <a:cxn ang="0">
                <a:pos x="T08" y="T09"/>
              </a:cxn>
              <a:cxn ang="0">
                <a:pos x="T10" y="T11"/>
              </a:cxn>
              <a:cxn ang="0">
                <a:pos x="T10" y="T10"/>
              </a:cxn>
              <a:cxn ang="0">
                <a:pos x="T11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50" y="T51"/>
              </a:cxn>
              <a:cxn ang="0">
                <a:pos x="T50" y="T50"/>
              </a:cxn>
              <a:cxn ang="0">
                <a:pos x="T51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0" y="T60"/>
              </a:cxn>
              <a:cxn ang="0">
                <a:pos x="T61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0" y="T70"/>
              </a:cxn>
              <a:cxn ang="0">
                <a:pos x="T71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0" y="T80"/>
              </a:cxn>
              <a:cxn ang="0">
                <a:pos x="T81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0" y="T90"/>
              </a:cxn>
              <a:cxn ang="0">
                <a:pos x="T91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0" y="T100"/>
              </a:cxn>
            </a:cxnLst>
            <a:rect l="0" t="0" r="r" b="b"/>
            <a:pathLst>
              <a:path w="501" h="550">
                <a:moveTo>
                  <a:pt x="091" y="180"/>
                </a:moveTo>
                <a:lnTo>
                  <a:pt x="099" y="507"/>
                </a:lnTo>
                <a:lnTo>
                  <a:pt x="001" y="550"/>
                </a:lnTo>
                <a:lnTo>
                  <a:pt x="071" y="500"/>
                </a:lnTo>
                <a:lnTo>
                  <a:pt x="091" y="180"/>
                </a:lnTo>
                <a:close/>
                <a:moveTo>
                  <a:pt x="087" y="008"/>
                </a:moveTo>
                <a:lnTo>
                  <a:pt x="118" y="007"/>
                </a:lnTo>
                <a:lnTo>
                  <a:pt x="181" y="055"/>
                </a:lnTo>
                <a:lnTo>
                  <a:pt x="116" y="180"/>
                </a:lnTo>
                <a:lnTo>
                  <a:pt x="109" y="185"/>
                </a:lnTo>
                <a:lnTo>
                  <a:pt x="100" y="188"/>
                </a:lnTo>
                <a:lnTo>
                  <a:pt x="098" y="188"/>
                </a:lnTo>
                <a:lnTo>
                  <a:pt x="090" y="185"/>
                </a:lnTo>
                <a:lnTo>
                  <a:pt x="090" y="180"/>
                </a:lnTo>
                <a:lnTo>
                  <a:pt x="087" y="178"/>
                </a:lnTo>
                <a:lnTo>
                  <a:pt x="085" y="170"/>
                </a:lnTo>
                <a:lnTo>
                  <a:pt x="081" y="166"/>
                </a:lnTo>
                <a:lnTo>
                  <a:pt x="071" y="167"/>
                </a:lnTo>
                <a:lnTo>
                  <a:pt x="066" y="167"/>
                </a:lnTo>
                <a:lnTo>
                  <a:pt x="058" y="166"/>
                </a:lnTo>
                <a:lnTo>
                  <a:pt x="050" y="161"/>
                </a:lnTo>
                <a:lnTo>
                  <a:pt x="010" y="161"/>
                </a:lnTo>
                <a:lnTo>
                  <a:pt x="007" y="155"/>
                </a:lnTo>
                <a:lnTo>
                  <a:pt x="001" y="119"/>
                </a:lnTo>
                <a:lnTo>
                  <a:pt x="005" y="110"/>
                </a:lnTo>
                <a:lnTo>
                  <a:pt x="070" y="056"/>
                </a:lnTo>
                <a:lnTo>
                  <a:pt x="060" y="050"/>
                </a:lnTo>
                <a:lnTo>
                  <a:pt x="017" y="109"/>
                </a:lnTo>
                <a:lnTo>
                  <a:pt x="011" y="111"/>
                </a:lnTo>
                <a:lnTo>
                  <a:pt x="007" y="111"/>
                </a:lnTo>
                <a:lnTo>
                  <a:pt x="000" y="110"/>
                </a:lnTo>
                <a:lnTo>
                  <a:pt x="099" y="108"/>
                </a:lnTo>
                <a:lnTo>
                  <a:pt x="096" y="101"/>
                </a:lnTo>
                <a:lnTo>
                  <a:pt x="091" y="101"/>
                </a:lnTo>
                <a:lnTo>
                  <a:pt x="090" y="105"/>
                </a:lnTo>
                <a:lnTo>
                  <a:pt x="090" y="119"/>
                </a:lnTo>
                <a:lnTo>
                  <a:pt x="007" y="087"/>
                </a:lnTo>
                <a:lnTo>
                  <a:pt x="000" y="055"/>
                </a:lnTo>
                <a:lnTo>
                  <a:pt x="009" y="000"/>
                </a:lnTo>
                <a:lnTo>
                  <a:pt x="055" y="091"/>
                </a:lnTo>
                <a:lnTo>
                  <a:pt x="087" y="008"/>
                </a:lnTo>
                <a:close/>
                <a:moveTo>
                  <a:pt x="100" y="179"/>
                </a:moveTo>
                <a:lnTo>
                  <a:pt x="101" y="151"/>
                </a:lnTo>
                <a:lnTo>
                  <a:pt x="101" y="101"/>
                </a:lnTo>
                <a:lnTo>
                  <a:pt x="101" y="100"/>
                </a:lnTo>
                <a:lnTo>
                  <a:pt x="100" y="109"/>
                </a:lnTo>
                <a:lnTo>
                  <a:pt x="105" y="96"/>
                </a:lnTo>
                <a:lnTo>
                  <a:pt x="109" y="80"/>
                </a:lnTo>
                <a:lnTo>
                  <a:pt x="117" y="80"/>
                </a:lnTo>
                <a:lnTo>
                  <a:pt x="151" y="77"/>
                </a:lnTo>
                <a:lnTo>
                  <a:pt x="160" y="76"/>
                </a:lnTo>
                <a:lnTo>
                  <a:pt x="171" y="75"/>
                </a:lnTo>
                <a:lnTo>
                  <a:pt x="188" y="77"/>
                </a:lnTo>
                <a:lnTo>
                  <a:pt x="006" y="81"/>
                </a:lnTo>
                <a:lnTo>
                  <a:pt x="006" y="81"/>
                </a:lnTo>
                <a:lnTo>
                  <a:pt x="016" y="88"/>
                </a:lnTo>
                <a:lnTo>
                  <a:pt x="057" y="88"/>
                </a:lnTo>
                <a:lnTo>
                  <a:pt x="067" y="88"/>
                </a:lnTo>
                <a:lnTo>
                  <a:pt x="078" y="87"/>
                </a:lnTo>
                <a:lnTo>
                  <a:pt x="089" y="85"/>
                </a:lnTo>
                <a:lnTo>
                  <a:pt x="090" y="106"/>
                </a:lnTo>
                <a:lnTo>
                  <a:pt x="095" y="109"/>
                </a:lnTo>
                <a:lnTo>
                  <a:pt x="095" y="150"/>
                </a:lnTo>
                <a:lnTo>
                  <a:pt x="095" y="181"/>
                </a:lnTo>
                <a:lnTo>
                  <a:pt x="099" y="178"/>
                </a:lnTo>
                <a:lnTo>
                  <a:pt x="007" y="168"/>
                </a:lnTo>
                <a:lnTo>
                  <a:pt x="011" y="160"/>
                </a:lnTo>
                <a:lnTo>
                  <a:pt x="016" y="157"/>
                </a:lnTo>
                <a:lnTo>
                  <a:pt x="000" y="150"/>
                </a:lnTo>
                <a:lnTo>
                  <a:pt x="000" y="111"/>
                </a:lnTo>
                <a:lnTo>
                  <a:pt x="000" y="101"/>
                </a:lnTo>
                <a:lnTo>
                  <a:pt x="000" y="100"/>
                </a:lnTo>
                <a:lnTo>
                  <a:pt x="000" y="105"/>
                </a:lnTo>
                <a:lnTo>
                  <a:pt x="001" y="89"/>
                </a:lnTo>
                <a:lnTo>
                  <a:pt x="018" y="70"/>
                </a:lnTo>
                <a:lnTo>
                  <a:pt x="016" y="57"/>
                </a:lnTo>
                <a:lnTo>
                  <a:pt x="011" y="16"/>
                </a:lnTo>
                <a:lnTo>
                  <a:pt x="010" y="08"/>
                </a:lnTo>
                <a:lnTo>
                  <a:pt x="000" y="09"/>
                </a:lnTo>
                <a:lnTo>
                  <a:pt x="091" y="00"/>
                </a:lnTo>
                <a:lnTo>
                  <a:pt x="080" y="15"/>
                </a:lnTo>
                <a:lnTo>
                  <a:pt x="070" y="10"/>
                </a:lnTo>
                <a:lnTo>
                  <a:pt x="059" y="6"/>
                </a:lnTo>
                <a:lnTo>
                  <a:pt x="015" y="0"/>
                </a:lnTo>
                <a:lnTo>
                  <a:pt x="001" y="0"/>
                </a:lnTo>
                <a:lnTo>
                  <a:pt x="017" y="0"/>
                </a:lnTo>
                <a:lnTo>
                  <a:pt x="000" y="0"/>
                </a:lnTo>
                <a:lnTo>
                  <a:pt x="188" y="1"/>
                </a:lnTo>
                <a:lnTo>
                  <a:pt x="171" y="0"/>
                </a:lnTo>
                <a:lnTo>
                  <a:pt x="161" y="6"/>
                </a:lnTo>
                <a:lnTo>
                  <a:pt x="118" y="11"/>
                </a:lnTo>
                <a:lnTo>
                  <a:pt x="108" y="15"/>
                </a:lnTo>
                <a:lnTo>
                  <a:pt x="108" y="00"/>
                </a:lnTo>
                <a:lnTo>
                  <a:pt x="100" y="09"/>
                </a:lnTo>
                <a:lnTo>
                  <a:pt x="117" y="08"/>
                </a:lnTo>
                <a:lnTo>
                  <a:pt x="110" y="50"/>
                </a:lnTo>
                <a:lnTo>
                  <a:pt x="110" y="71"/>
                </a:lnTo>
                <a:lnTo>
                  <a:pt x="107" y="91"/>
                </a:lnTo>
                <a:lnTo>
                  <a:pt x="106" y="115"/>
                </a:lnTo>
                <a:lnTo>
                  <a:pt x="106" y="101"/>
                </a:lnTo>
                <a:lnTo>
                  <a:pt x="106" y="110"/>
                </a:lnTo>
                <a:lnTo>
                  <a:pt x="107" y="150"/>
                </a:lnTo>
                <a:lnTo>
                  <a:pt x="108" y="155"/>
                </a:lnTo>
                <a:lnTo>
                  <a:pt x="110" y="159"/>
                </a:lnTo>
                <a:lnTo>
                  <a:pt x="118" y="168"/>
                </a:lnTo>
                <a:lnTo>
                  <a:pt x="105" y="171"/>
                </a:lnTo>
                <a:lnTo>
                  <a:pt x="101" y="178"/>
                </a:lnTo>
                <a:lnTo>
                  <a:pt x="100" y="179"/>
                </a:lnTo>
                <a:close/>
                <a:moveTo>
                  <a:pt x="17" y="000"/>
                </a:moveTo>
                <a:lnTo>
                  <a:pt x="15" y="010"/>
                </a:lnTo>
                <a:lnTo>
                  <a:pt x="70" y="001"/>
                </a:lnTo>
                <a:lnTo>
                  <a:pt x="101" y="091"/>
                </a:lnTo>
                <a:lnTo>
                  <a:pt x="109" y="080"/>
                </a:lnTo>
                <a:lnTo>
                  <a:pt x="110" y="070"/>
                </a:lnTo>
                <a:lnTo>
                  <a:pt x="157" y="059"/>
                </a:lnTo>
                <a:lnTo>
                  <a:pt x="016" y="076"/>
                </a:lnTo>
                <a:lnTo>
                  <a:pt x="067" y="059"/>
                </a:lnTo>
                <a:lnTo>
                  <a:pt x="081" y="070"/>
                </a:lnTo>
                <a:lnTo>
                  <a:pt x="096" y="080"/>
                </a:lnTo>
                <a:lnTo>
                  <a:pt x="016" y="086"/>
                </a:lnTo>
                <a:lnTo>
                  <a:pt x="010" y="090"/>
                </a:lnTo>
                <a:lnTo>
                  <a:pt x="096" y="005"/>
                </a:lnTo>
                <a:lnTo>
                  <a:pt x="080" y="056"/>
                </a:lnTo>
                <a:lnTo>
                  <a:pt x="065" y="087"/>
                </a:lnTo>
                <a:lnTo>
                  <a:pt x="051" y="119"/>
                </a:lnTo>
                <a:lnTo>
                  <a:pt x="058" y="191"/>
                </a:lnTo>
                <a:lnTo>
                  <a:pt x="0" y="191"/>
                </a:lnTo>
                <a:lnTo>
                  <a:pt x="0" y="160"/>
                </a:lnTo>
                <a:lnTo>
                  <a:pt x="0" y="105"/>
                </a:lnTo>
                <a:lnTo>
                  <a:pt x="0" y="111"/>
                </a:lnTo>
                <a:lnTo>
                  <a:pt x="0" y="089"/>
                </a:lnTo>
                <a:lnTo>
                  <a:pt x="5" y="069"/>
                </a:lnTo>
                <a:lnTo>
                  <a:pt x="8" y="051"/>
                </a:lnTo>
                <a:lnTo>
                  <a:pt x="10" y="006"/>
                </a:lnTo>
                <a:lnTo>
                  <a:pt x="17" y="000"/>
                </a:lnTo>
                <a:lnTo>
                  <a:pt x="17" y="000"/>
                </a:lnTo>
                <a:close/>
                <a:moveTo>
                  <a:pt x="188" y="011"/>
                </a:moveTo>
                <a:lnTo>
                  <a:pt x="500" y="015"/>
                </a:lnTo>
                <a:lnTo>
                  <a:pt x="500" y="009"/>
                </a:lnTo>
                <a:lnTo>
                  <a:pt x="501" y="001"/>
                </a:lnTo>
                <a:lnTo>
                  <a:pt x="501" y="098"/>
                </a:lnTo>
                <a:lnTo>
                  <a:pt x="500" y="090"/>
                </a:lnTo>
                <a:lnTo>
                  <a:pt x="500" y="087"/>
                </a:lnTo>
                <a:lnTo>
                  <a:pt x="197" y="080"/>
                </a:lnTo>
                <a:lnTo>
                  <a:pt x="190" y="079"/>
                </a:lnTo>
                <a:lnTo>
                  <a:pt x="188" y="076"/>
                </a:lnTo>
                <a:lnTo>
                  <a:pt x="111" y="008"/>
                </a:lnTo>
                <a:lnTo>
                  <a:pt x="108" y="007"/>
                </a:lnTo>
                <a:lnTo>
                  <a:pt x="100" y="006"/>
                </a:lnTo>
                <a:lnTo>
                  <a:pt x="098" y="006"/>
                </a:lnTo>
                <a:lnTo>
                  <a:pt x="090" y="007"/>
                </a:lnTo>
                <a:lnTo>
                  <a:pt x="087" y="009"/>
                </a:lnTo>
                <a:lnTo>
                  <a:pt x="080" y="010"/>
                </a:lnTo>
                <a:lnTo>
                  <a:pt x="078" y="016"/>
                </a:lnTo>
                <a:lnTo>
                  <a:pt x="076" y="051"/>
                </a:lnTo>
                <a:lnTo>
                  <a:pt x="060" y="077"/>
                </a:lnTo>
                <a:lnTo>
                  <a:pt x="188" y="0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110" tIns="15700" rIns="91110" bIns="15700" numCol="1" anchor="t" anchorCtr="0" compatLnSpc="1"/>
          <a:p>
            <a:endParaRPr lang="zh-CN" altLang="en-US">
              <a:cs typeface="汉仪旗黑-55简" panose="00000600010101010101" charset="-108"/>
            </a:endParaRPr>
          </a:p>
        </p:txBody>
      </p:sp>
      <p:sp>
        <p:nvSpPr>
          <p:cNvPr id="05" name="Docer Falling Dust PPT demo 0"/>
          <p:cNvSpPr>
            <a:spLocks noEditPoints="1"/>
          </p:cNvSpPr>
          <p:nvPr/>
        </p:nvSpPr>
        <p:spPr bwMode="auto">
          <a:xfrm>
            <a:off x="6059080" y="6011095"/>
            <a:ext cx="111060" cy="070510"/>
          </a:xfrm>
          <a:custGeom>
            <a:avLst/>
            <a:gdLst>
              <a:gd name="T0" fmla="*/ 070 w 501"/>
              <a:gd name="T1" fmla="*/ 087 h 171"/>
              <a:gd name="T0" fmla="*/ 501 w 501"/>
              <a:gd name="T0" fmla="*/ 166 h 171"/>
              <a:gd name="T1" fmla="*/ 011 w 501"/>
              <a:gd name="T5" fmla="*/ 077 h 171"/>
              <a:gd name="T6" fmla="*/ 007 w 501"/>
              <a:gd name="T7" fmla="*/ 071 h 171"/>
              <a:gd name="T8" fmla="*/ 017 w 501"/>
              <a:gd name="T9" fmla="*/ 010 h 171"/>
              <a:gd name="T10" fmla="*/ 011 w 501"/>
              <a:gd name="T11" fmla="*/ 077 h 171"/>
              <a:gd name="T10" fmla="*/ 180 w 501"/>
              <a:gd name="T10" fmla="*/ 100 h 171"/>
              <a:gd name="T11" fmla="*/ 001 w 501"/>
              <a:gd name="T15" fmla="*/ 79 h 171"/>
              <a:gd name="T16" fmla="*/ 180 w 501"/>
              <a:gd name="T17" fmla="*/ 108 h 171"/>
              <a:gd name="T18" fmla="*/ 001 w 501"/>
              <a:gd name="T19" fmla="*/ 150 h 171"/>
              <a:gd name="T00" fmla="*/ 180 w 501"/>
              <a:gd name="T01" fmla="*/ 108 h 171"/>
              <a:gd name="T00" fmla="*/ 180 w 501"/>
              <a:gd name="T00" fmla="*/ 000 h 171"/>
              <a:gd name="T01" fmla="*/ 086 w 501"/>
              <a:gd name="T05" fmla="*/ 178 h 171"/>
              <a:gd name="T06" fmla="*/ 180 w 501"/>
              <a:gd name="T07" fmla="*/ 008 h 171"/>
              <a:gd name="T08" fmla="*/ 009 w 501"/>
              <a:gd name="T09" fmla="*/ 050 h 171"/>
              <a:gd name="T00" fmla="*/ 180 w 501"/>
              <a:gd name="T01" fmla="*/ 008 h 171"/>
              <a:gd name="T00" fmla="*/ 105 w 501"/>
              <a:gd name="T00" fmla="*/ 0 h 171"/>
              <a:gd name="T01" fmla="*/ 106 w 501"/>
              <a:gd name="T05" fmla="*/ 00 h 171"/>
              <a:gd name="T06" fmla="*/ 085 w 501"/>
              <a:gd name="T07" fmla="*/ 107 h 171"/>
              <a:gd name="T08" fmla="*/ 90 w 501"/>
              <a:gd name="T09" fmla="*/ 11 h 171"/>
              <a:gd name="T10" fmla="*/ 110 w 501"/>
              <a:gd name="T11" fmla="*/ 60 h 171"/>
              <a:gd name="T10" fmla="*/ 117 w 501"/>
              <a:gd name="T10" fmla="*/ 89 h 171"/>
              <a:gd name="T11" fmla="*/ 90 w 501"/>
              <a:gd name="T15" fmla="*/ 111 h 171"/>
              <a:gd name="T16" fmla="*/ 110 w 501"/>
              <a:gd name="T17" fmla="*/ 106 h 171"/>
              <a:gd name="T18" fmla="*/ 117 w 501"/>
              <a:gd name="T19" fmla="*/ 156 h 171"/>
              <a:gd name="T50" fmla="*/ 90 w 501"/>
              <a:gd name="T51" fmla="*/ 179 h 171"/>
              <a:gd name="T50" fmla="*/ 110 w 501"/>
              <a:gd name="T50" fmla="*/ 195 h 171"/>
              <a:gd name="T51" fmla="*/ 117 w 501"/>
              <a:gd name="T55" fmla="*/ 001 h 171"/>
              <a:gd name="T56" fmla="*/ 90 w 501"/>
              <a:gd name="T57" fmla="*/ 018 h 171"/>
              <a:gd name="T58" fmla="*/ 110 w 501"/>
              <a:gd name="T59" fmla="*/ 060 h 171"/>
              <a:gd name="T60" fmla="*/ 117 w 501"/>
              <a:gd name="T61" fmla="*/ 091 h 171"/>
              <a:gd name="T60" fmla="*/ 90 w 501"/>
              <a:gd name="T60" fmla="*/ 011 h 171"/>
              <a:gd name="T61" fmla="*/ 110 w 501"/>
              <a:gd name="T65" fmla="*/ 000 h 171"/>
              <a:gd name="T66" fmla="*/ 117 w 501"/>
              <a:gd name="T67" fmla="*/ 060 h 171"/>
              <a:gd name="T68" fmla="*/ 90 w 501"/>
              <a:gd name="T69" fmla="*/ 086 h 171"/>
              <a:gd name="T70" fmla="*/ 90 w 501"/>
              <a:gd name="T71" fmla="*/ 100 h 171"/>
              <a:gd name="T70" fmla="*/ 085 w 501"/>
              <a:gd name="T70" fmla="*/ 010 h 171"/>
              <a:gd name="T71" fmla="*/ 106 w 501"/>
              <a:gd name="T75" fmla="*/ 151 h 171"/>
              <a:gd name="T76" fmla="*/ 105 w 501"/>
              <a:gd name="T77" fmla="*/ 171 h 171"/>
              <a:gd name="T78" fmla="*/ 51 w 501"/>
              <a:gd name="T79" fmla="*/ 171 h 171"/>
              <a:gd name="T80" fmla="*/ 51 w 501"/>
              <a:gd name="T81" fmla="*/ 101 h 171"/>
              <a:gd name="T80" fmla="*/ 0 w 501"/>
              <a:gd name="T80" fmla="*/ 080 h 171"/>
              <a:gd name="T81" fmla="*/ 51 w 501"/>
              <a:gd name="T85" fmla="*/ 019 h 171"/>
              <a:gd name="T86" fmla="*/ 0 w 501"/>
              <a:gd name="T87" fmla="*/ 011 h 171"/>
              <a:gd name="T88" fmla="*/ 51 w 501"/>
              <a:gd name="T89" fmla="*/ 080 h 171"/>
              <a:gd name="T90" fmla="*/ 0 w 501"/>
              <a:gd name="T91" fmla="*/ 011 h 171"/>
              <a:gd name="T90" fmla="*/ 51 w 501"/>
              <a:gd name="T90" fmla="*/ 011 h 171"/>
              <a:gd name="T91" fmla="*/ 0 w 501"/>
              <a:gd name="T95" fmla="*/ 175 h 171"/>
              <a:gd name="T96" fmla="*/ 51 w 501"/>
              <a:gd name="T97" fmla="*/ 117 h 171"/>
              <a:gd name="T98" fmla="*/ 0 w 501"/>
              <a:gd name="T99" fmla="*/ 109 h 171"/>
              <a:gd name="T100" fmla="*/ 51 w 501"/>
              <a:gd name="T101" fmla="*/ 00 h 171"/>
              <a:gd name="T100" fmla="*/ 70 w 501"/>
              <a:gd name="T100" fmla="*/ 0 h 171"/>
            </a:gdLst>
            <a:ahLst/>
            <a:cxnLst>
              <a:cxn ang="0">
                <a:pos x="T0" y="T1"/>
              </a:cxn>
              <a:cxn ang="0">
                <a:pos x="T0" y="T0"/>
              </a:cxn>
              <a:cxn ang="0">
                <a:pos x="T1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0" y="T10"/>
              </a:cxn>
              <a:cxn ang="0">
                <a:pos x="T11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00" y="T01"/>
              </a:cxn>
              <a:cxn ang="0">
                <a:pos x="T00" y="T00"/>
              </a:cxn>
              <a:cxn ang="0">
                <a:pos x="T01" y="T05"/>
              </a:cxn>
              <a:cxn ang="0">
                <a:pos x="T06" y="T07"/>
              </a:cxn>
              <a:cxn ang="0">
                <a:pos x="T08" y="T09"/>
              </a:cxn>
              <a:cxn ang="0">
                <a:pos x="T00" y="T01"/>
              </a:cxn>
              <a:cxn ang="0">
                <a:pos x="T00" y="T00"/>
              </a:cxn>
              <a:cxn ang="0">
                <a:pos x="T01" y="T05"/>
              </a:cxn>
              <a:cxn ang="0">
                <a:pos x="T06" y="T07"/>
              </a:cxn>
              <a:cxn ang="0">
                <a:pos x="T08" y="T09"/>
              </a:cxn>
              <a:cxn ang="0">
                <a:pos x="T10" y="T11"/>
              </a:cxn>
              <a:cxn ang="0">
                <a:pos x="T10" y="T10"/>
              </a:cxn>
              <a:cxn ang="0">
                <a:pos x="T11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50" y="T51"/>
              </a:cxn>
              <a:cxn ang="0">
                <a:pos x="T50" y="T50"/>
              </a:cxn>
              <a:cxn ang="0">
                <a:pos x="T51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0" y="T60"/>
              </a:cxn>
              <a:cxn ang="0">
                <a:pos x="T61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0" y="T70"/>
              </a:cxn>
              <a:cxn ang="0">
                <a:pos x="T71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0" y="T80"/>
              </a:cxn>
              <a:cxn ang="0">
                <a:pos x="T81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0" y="T90"/>
              </a:cxn>
              <a:cxn ang="0">
                <a:pos x="T91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0" y="T100"/>
              </a:cxn>
            </a:cxnLst>
            <a:rect l="0" t="0" r="r" b="b"/>
            <a:pathLst>
              <a:path w="501" h="171">
                <a:moveTo>
                  <a:pt x="161" y="101"/>
                </a:moveTo>
                <a:lnTo>
                  <a:pt x="070" y="087"/>
                </a:lnTo>
                <a:lnTo>
                  <a:pt x="001" y="019"/>
                </a:lnTo>
                <a:lnTo>
                  <a:pt x="501" y="166"/>
                </a:lnTo>
                <a:lnTo>
                  <a:pt x="161" y="101"/>
                </a:lnTo>
                <a:close/>
                <a:moveTo>
                  <a:pt x="011" y="077"/>
                </a:moveTo>
                <a:lnTo>
                  <a:pt x="071" y="076"/>
                </a:lnTo>
                <a:lnTo>
                  <a:pt x="007" y="071"/>
                </a:lnTo>
                <a:lnTo>
                  <a:pt x="077" y="010"/>
                </a:lnTo>
                <a:lnTo>
                  <a:pt x="017" y="010"/>
                </a:lnTo>
                <a:lnTo>
                  <a:pt x="015" y="011"/>
                </a:lnTo>
                <a:lnTo>
                  <a:pt x="011" y="077"/>
                </a:lnTo>
                <a:close/>
                <a:moveTo>
                  <a:pt x="180" y="79"/>
                </a:moveTo>
                <a:lnTo>
                  <a:pt x="180" y="100"/>
                </a:lnTo>
                <a:lnTo>
                  <a:pt x="001" y="100"/>
                </a:lnTo>
                <a:lnTo>
                  <a:pt x="001" y="79"/>
                </a:lnTo>
                <a:lnTo>
                  <a:pt x="180" y="79"/>
                </a:lnTo>
                <a:close/>
                <a:moveTo>
                  <a:pt x="180" y="108"/>
                </a:moveTo>
                <a:lnTo>
                  <a:pt x="180" y="150"/>
                </a:lnTo>
                <a:lnTo>
                  <a:pt x="001" y="150"/>
                </a:lnTo>
                <a:lnTo>
                  <a:pt x="001" y="108"/>
                </a:lnTo>
                <a:lnTo>
                  <a:pt x="180" y="108"/>
                </a:lnTo>
                <a:close/>
                <a:moveTo>
                  <a:pt x="180" y="178"/>
                </a:moveTo>
                <a:lnTo>
                  <a:pt x="180" y="000"/>
                </a:lnTo>
                <a:lnTo>
                  <a:pt x="086" y="000"/>
                </a:lnTo>
                <a:lnTo>
                  <a:pt x="086" y="178"/>
                </a:lnTo>
                <a:lnTo>
                  <a:pt x="180" y="178"/>
                </a:lnTo>
                <a:close/>
                <a:moveTo>
                  <a:pt x="180" y="008"/>
                </a:moveTo>
                <a:lnTo>
                  <a:pt x="180" y="050"/>
                </a:lnTo>
                <a:lnTo>
                  <a:pt x="009" y="050"/>
                </a:lnTo>
                <a:lnTo>
                  <a:pt x="009" y="008"/>
                </a:lnTo>
                <a:lnTo>
                  <a:pt x="180" y="008"/>
                </a:lnTo>
                <a:close/>
                <a:moveTo>
                  <a:pt x="70" y="0"/>
                </a:moveTo>
                <a:lnTo>
                  <a:pt x="105" y="0"/>
                </a:lnTo>
                <a:lnTo>
                  <a:pt x="106" y="0"/>
                </a:lnTo>
                <a:lnTo>
                  <a:pt x="106" y="00"/>
                </a:lnTo>
                <a:lnTo>
                  <a:pt x="106" y="97"/>
                </a:lnTo>
                <a:lnTo>
                  <a:pt x="085" y="107"/>
                </a:lnTo>
                <a:lnTo>
                  <a:pt x="085" y="11"/>
                </a:lnTo>
                <a:lnTo>
                  <a:pt x="90" y="11"/>
                </a:lnTo>
                <a:lnTo>
                  <a:pt x="90" y="68"/>
                </a:lnTo>
                <a:lnTo>
                  <a:pt x="110" y="60"/>
                </a:lnTo>
                <a:lnTo>
                  <a:pt x="100" y="50"/>
                </a:lnTo>
                <a:lnTo>
                  <a:pt x="117" y="89"/>
                </a:lnTo>
                <a:lnTo>
                  <a:pt x="108" y="97"/>
                </a:lnTo>
                <a:lnTo>
                  <a:pt x="90" y="111"/>
                </a:lnTo>
                <a:lnTo>
                  <a:pt x="90" y="105"/>
                </a:lnTo>
                <a:lnTo>
                  <a:pt x="110" y="106"/>
                </a:lnTo>
                <a:lnTo>
                  <a:pt x="100" y="118"/>
                </a:lnTo>
                <a:lnTo>
                  <a:pt x="117" y="156"/>
                </a:lnTo>
                <a:lnTo>
                  <a:pt x="108" y="161"/>
                </a:lnTo>
                <a:lnTo>
                  <a:pt x="90" y="179"/>
                </a:lnTo>
                <a:lnTo>
                  <a:pt x="90" y="000"/>
                </a:lnTo>
                <a:lnTo>
                  <a:pt x="110" y="195"/>
                </a:lnTo>
                <a:lnTo>
                  <a:pt x="100" y="187"/>
                </a:lnTo>
                <a:lnTo>
                  <a:pt x="117" y="001"/>
                </a:lnTo>
                <a:lnTo>
                  <a:pt x="108" y="000"/>
                </a:lnTo>
                <a:lnTo>
                  <a:pt x="90" y="018"/>
                </a:lnTo>
                <a:lnTo>
                  <a:pt x="90" y="070"/>
                </a:lnTo>
                <a:lnTo>
                  <a:pt x="110" y="060"/>
                </a:lnTo>
                <a:lnTo>
                  <a:pt x="100" y="051"/>
                </a:lnTo>
                <a:lnTo>
                  <a:pt x="117" y="091"/>
                </a:lnTo>
                <a:lnTo>
                  <a:pt x="108" y="099"/>
                </a:lnTo>
                <a:lnTo>
                  <a:pt x="90" y="011"/>
                </a:lnTo>
                <a:lnTo>
                  <a:pt x="90" y="011"/>
                </a:lnTo>
                <a:lnTo>
                  <a:pt x="110" y="000"/>
                </a:lnTo>
                <a:lnTo>
                  <a:pt x="100" y="005"/>
                </a:lnTo>
                <a:lnTo>
                  <a:pt x="117" y="060"/>
                </a:lnTo>
                <a:lnTo>
                  <a:pt x="108" y="070"/>
                </a:lnTo>
                <a:lnTo>
                  <a:pt x="90" y="086"/>
                </a:lnTo>
                <a:lnTo>
                  <a:pt x="90" y="101"/>
                </a:lnTo>
                <a:lnTo>
                  <a:pt x="90" y="100"/>
                </a:lnTo>
                <a:lnTo>
                  <a:pt x="085" y="100"/>
                </a:lnTo>
                <a:lnTo>
                  <a:pt x="085" y="010"/>
                </a:lnTo>
                <a:lnTo>
                  <a:pt x="106" y="001"/>
                </a:lnTo>
                <a:lnTo>
                  <a:pt x="106" y="151"/>
                </a:lnTo>
                <a:lnTo>
                  <a:pt x="106" y="171"/>
                </a:lnTo>
                <a:lnTo>
                  <a:pt x="105" y="171"/>
                </a:lnTo>
                <a:lnTo>
                  <a:pt x="70" y="171"/>
                </a:lnTo>
                <a:lnTo>
                  <a:pt x="51" y="171"/>
                </a:lnTo>
                <a:lnTo>
                  <a:pt x="51" y="151"/>
                </a:lnTo>
                <a:lnTo>
                  <a:pt x="51" y="101"/>
                </a:lnTo>
                <a:lnTo>
                  <a:pt x="8" y="101"/>
                </a:lnTo>
                <a:lnTo>
                  <a:pt x="0" y="080"/>
                </a:lnTo>
                <a:lnTo>
                  <a:pt x="51" y="060"/>
                </a:lnTo>
                <a:lnTo>
                  <a:pt x="51" y="019"/>
                </a:lnTo>
                <a:lnTo>
                  <a:pt x="8" y="019"/>
                </a:lnTo>
                <a:lnTo>
                  <a:pt x="0" y="011"/>
                </a:lnTo>
                <a:lnTo>
                  <a:pt x="51" y="087"/>
                </a:lnTo>
                <a:lnTo>
                  <a:pt x="51" y="080"/>
                </a:lnTo>
                <a:lnTo>
                  <a:pt x="8" y="080"/>
                </a:lnTo>
                <a:lnTo>
                  <a:pt x="0" y="011"/>
                </a:lnTo>
                <a:lnTo>
                  <a:pt x="51" y="001"/>
                </a:lnTo>
                <a:lnTo>
                  <a:pt x="51" y="011"/>
                </a:lnTo>
                <a:lnTo>
                  <a:pt x="8" y="011"/>
                </a:lnTo>
                <a:lnTo>
                  <a:pt x="0" y="175"/>
                </a:lnTo>
                <a:lnTo>
                  <a:pt x="51" y="150"/>
                </a:lnTo>
                <a:lnTo>
                  <a:pt x="51" y="117"/>
                </a:lnTo>
                <a:lnTo>
                  <a:pt x="8" y="117"/>
                </a:lnTo>
                <a:lnTo>
                  <a:pt x="0" y="109"/>
                </a:lnTo>
                <a:lnTo>
                  <a:pt x="51" y="87"/>
                </a:lnTo>
                <a:lnTo>
                  <a:pt x="51" y="00"/>
                </a:lnTo>
                <a:lnTo>
                  <a:pt x="51" y="0"/>
                </a:lnTo>
                <a:lnTo>
                  <a:pt x="7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110" tIns="15700" rIns="91110" bIns="15700" numCol="1" anchor="t" anchorCtr="0" compatLnSpc="1"/>
          <a:p>
            <a:endParaRPr lang="zh-CN" altLang="en-US">
              <a:cs typeface="汉仪旗黑-55简" panose="00000600010101010101" charset="-108"/>
            </a:endParaRPr>
          </a:p>
        </p:txBody>
      </p:sp>
      <p:sp>
        <p:nvSpPr>
          <p:cNvPr id="06" name="Docer Falling Dust PPT demo 0"/>
          <p:cNvSpPr>
            <a:spLocks noEditPoints="1"/>
          </p:cNvSpPr>
          <p:nvPr/>
        </p:nvSpPr>
        <p:spPr bwMode="auto">
          <a:xfrm>
            <a:off x="7178780" y="6059807"/>
            <a:ext cx="101911" cy="009108"/>
          </a:xfrm>
          <a:custGeom>
            <a:avLst/>
            <a:gdLst>
              <a:gd name="T0" fmla="*/ 11 w 515"/>
              <a:gd name="T1" fmla="*/ 067 h 105"/>
              <a:gd name="T0" fmla="*/ 065 w 515"/>
              <a:gd name="T0" fmla="*/ 188 h 105"/>
              <a:gd name="T1" fmla="*/ 050 w 515"/>
              <a:gd name="T5" fmla="*/ 191 h 105"/>
              <a:gd name="T6" fmla="*/ 015 w 515"/>
              <a:gd name="T7" fmla="*/ 000 h 105"/>
              <a:gd name="T8" fmla="*/ 010 w 515"/>
              <a:gd name="T9" fmla="*/ 010 h 105"/>
              <a:gd name="T10" fmla="*/ 050 w 515"/>
              <a:gd name="T11" fmla="*/ 005 h 105"/>
              <a:gd name="T10" fmla="*/ 061 w 515"/>
              <a:gd name="T10" fmla="*/ 001 h 105"/>
              <a:gd name="T11" fmla="*/ 070 w 515"/>
              <a:gd name="T15" fmla="*/ 000 h 105"/>
              <a:gd name="T16" fmla="*/ 081 w 515"/>
              <a:gd name="T17" fmla="*/ 001 h 105"/>
              <a:gd name="T18" fmla="*/ 087 w 515"/>
              <a:gd name="T19" fmla="*/ 010 h 105"/>
              <a:gd name="T00" fmla="*/ 081 w 515"/>
              <a:gd name="T01" fmla="*/ 197 h 105"/>
              <a:gd name="T00" fmla="*/ 070 w 515"/>
              <a:gd name="T00" fmla="*/ 189 h 105"/>
              <a:gd name="T01" fmla="*/ 065 w 515"/>
              <a:gd name="T05" fmla="*/ 188 h 105"/>
              <a:gd name="T06" fmla="*/ 010 w 515"/>
              <a:gd name="T07" fmla="*/ 180 h 105"/>
              <a:gd name="T08" fmla="*/ 001 w 515"/>
              <a:gd name="T09" fmla="*/ 171 h 105"/>
              <a:gd name="T00" fmla="*/ 010 w 515"/>
              <a:gd name="T01" fmla="*/ 160 h 105"/>
              <a:gd name="T00" fmla="*/ 061 w 515"/>
              <a:gd name="T00" fmla="*/ 160 h 105"/>
              <a:gd name="T01" fmla="*/ 081 w 515"/>
              <a:gd name="T05" fmla="*/ 160 h 105"/>
              <a:gd name="T06" fmla="*/ 000 w 515"/>
              <a:gd name="T07" fmla="*/ 170 h 105"/>
              <a:gd name="T08" fmla="*/ 011 w 515"/>
              <a:gd name="T09" fmla="*/ 180 h 105"/>
              <a:gd name="T10" fmla="*/ 000 w 515"/>
              <a:gd name="T11" fmla="*/ 160 h 105"/>
              <a:gd name="T10" fmla="*/ 015 w 515"/>
              <a:gd name="T10" fmla="*/ 118 h 105"/>
              <a:gd name="T11" fmla="*/ 091 w 515"/>
              <a:gd name="T15" fmla="*/ 106 h 105"/>
              <a:gd name="T16" fmla="*/ 061 w 515"/>
              <a:gd name="T17" fmla="*/ 100 h 105"/>
              <a:gd name="T18" fmla="*/ 007 w 515"/>
              <a:gd name="T19" fmla="*/ 105 h 105"/>
              <a:gd name="T50" fmla="*/ 010 w 515"/>
              <a:gd name="T51" fmla="*/ 118 h 105"/>
              <a:gd name="T50" fmla="*/ 191 w 515"/>
              <a:gd name="T50" fmla="*/ 160 h 105"/>
              <a:gd name="T51" fmla="*/ 157 w 515"/>
              <a:gd name="T55" fmla="*/ 100 h 105"/>
              <a:gd name="T56" fmla="*/ 180 w 515"/>
              <a:gd name="T57" fmla="*/ 106 h 105"/>
              <a:gd name="T58" fmla="*/ 009 w 515"/>
              <a:gd name="T59" fmla="*/ 111 h 105"/>
              <a:gd name="T60" fmla="*/ 010 w 515"/>
              <a:gd name="T61" fmla="*/ 100 h 105"/>
              <a:gd name="T60" fmla="*/ 076 w 515"/>
              <a:gd name="T60" fmla="*/ 101 h 105"/>
              <a:gd name="T61" fmla="*/ 008 w 515"/>
              <a:gd name="T65" fmla="*/ 109 h 105"/>
              <a:gd name="T66" fmla="*/ 008 w 515"/>
              <a:gd name="T67" fmla="*/ 108 h 105"/>
              <a:gd name="T68" fmla="*/ 050 w 515"/>
              <a:gd name="T69" fmla="*/ 111 h 105"/>
              <a:gd name="T70" fmla="*/ 060 w 515"/>
              <a:gd name="T71" fmla="*/ 115 h 105"/>
              <a:gd name="T70" fmla="*/ 001 w 515"/>
              <a:gd name="T70" fmla="*/ 90 h 105"/>
              <a:gd name="T71" fmla="*/ 091 w 515"/>
              <a:gd name="T75" fmla="*/ 71 h 105"/>
              <a:gd name="T76" fmla="*/ 050 w 515"/>
              <a:gd name="T77" fmla="*/ 70 h 105"/>
              <a:gd name="T78" fmla="*/ 010 w 515"/>
              <a:gd name="T79" fmla="*/ 80 h 105"/>
              <a:gd name="T80" fmla="*/ 170 w 515"/>
              <a:gd name="T81" fmla="*/ 105 h 105"/>
              <a:gd name="T80" fmla="*/ 157 w 515"/>
              <a:gd name="T80" fmla="*/ 100 h 105"/>
              <a:gd name="T81" fmla="*/ 515 w 515"/>
              <a:gd name="T85" fmla="*/ 0 h 105"/>
              <a:gd name="T86" fmla="*/ 515 w 515"/>
              <a:gd name="T87" fmla="*/ 011 h 105"/>
              <a:gd name="T88" fmla="*/ 055 w 515"/>
              <a:gd name="T89" fmla="*/ 099 h 105"/>
              <a:gd name="T90" fmla="*/ 109 w 515"/>
              <a:gd name="T91" fmla="*/ 105 h 105"/>
              <a:gd name="T90" fmla="*/ 177 w 515"/>
              <a:gd name="T90" fmla="*/ 011 h 105"/>
              <a:gd name="T91" fmla="*/ 0 w 515"/>
              <a:gd name="T95" fmla="*/ 089 h 105"/>
              <a:gd name="T96" fmla="*/ 01 w 515"/>
              <a:gd name="T97" fmla="*/ 0 h 105"/>
            </a:gdLst>
            <a:ahLst/>
            <a:cxnLst>
              <a:cxn ang="0">
                <a:pos x="T0" y="T1"/>
              </a:cxn>
              <a:cxn ang="0">
                <a:pos x="T0" y="T0"/>
              </a:cxn>
              <a:cxn ang="0">
                <a:pos x="T1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0" y="T10"/>
              </a:cxn>
              <a:cxn ang="0">
                <a:pos x="T11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00" y="T01"/>
              </a:cxn>
              <a:cxn ang="0">
                <a:pos x="T00" y="T00"/>
              </a:cxn>
              <a:cxn ang="0">
                <a:pos x="T01" y="T05"/>
              </a:cxn>
              <a:cxn ang="0">
                <a:pos x="T06" y="T07"/>
              </a:cxn>
              <a:cxn ang="0">
                <a:pos x="T08" y="T09"/>
              </a:cxn>
              <a:cxn ang="0">
                <a:pos x="T00" y="T01"/>
              </a:cxn>
              <a:cxn ang="0">
                <a:pos x="T00" y="T00"/>
              </a:cxn>
              <a:cxn ang="0">
                <a:pos x="T01" y="T05"/>
              </a:cxn>
              <a:cxn ang="0">
                <a:pos x="T06" y="T07"/>
              </a:cxn>
              <a:cxn ang="0">
                <a:pos x="T08" y="T09"/>
              </a:cxn>
              <a:cxn ang="0">
                <a:pos x="T10" y="T11"/>
              </a:cxn>
              <a:cxn ang="0">
                <a:pos x="T10" y="T10"/>
              </a:cxn>
              <a:cxn ang="0">
                <a:pos x="T11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50" y="T51"/>
              </a:cxn>
              <a:cxn ang="0">
                <a:pos x="T50" y="T50"/>
              </a:cxn>
              <a:cxn ang="0">
                <a:pos x="T51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0" y="T60"/>
              </a:cxn>
              <a:cxn ang="0">
                <a:pos x="T61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0" y="T70"/>
              </a:cxn>
              <a:cxn ang="0">
                <a:pos x="T71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0" y="T80"/>
              </a:cxn>
              <a:cxn ang="0">
                <a:pos x="T81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0" y="T90"/>
              </a:cxn>
              <a:cxn ang="0">
                <a:pos x="T91" y="T95"/>
              </a:cxn>
              <a:cxn ang="0">
                <a:pos x="T96" y="T97"/>
              </a:cxn>
            </a:cxnLst>
            <a:rect l="0" t="0" r="r" b="b"/>
            <a:pathLst>
              <a:path w="515" h="105">
                <a:moveTo>
                  <a:pt x="170" y="10"/>
                </a:moveTo>
                <a:lnTo>
                  <a:pt x="11" y="10"/>
                </a:lnTo>
                <a:lnTo>
                  <a:pt x="11" y="067"/>
                </a:lnTo>
                <a:lnTo>
                  <a:pt x="170" y="067"/>
                </a:lnTo>
                <a:lnTo>
                  <a:pt x="170" y="10"/>
                </a:lnTo>
                <a:close/>
                <a:moveTo>
                  <a:pt x="065" y="188"/>
                </a:moveTo>
                <a:lnTo>
                  <a:pt x="061" y="188"/>
                </a:lnTo>
                <a:lnTo>
                  <a:pt x="057" y="189"/>
                </a:lnTo>
                <a:lnTo>
                  <a:pt x="050" y="191"/>
                </a:lnTo>
                <a:lnTo>
                  <a:pt x="050" y="190"/>
                </a:lnTo>
                <a:lnTo>
                  <a:pt x="017" y="197"/>
                </a:lnTo>
                <a:lnTo>
                  <a:pt x="015" y="000"/>
                </a:lnTo>
                <a:lnTo>
                  <a:pt x="010" y="005"/>
                </a:lnTo>
                <a:lnTo>
                  <a:pt x="010" y="010"/>
                </a:lnTo>
                <a:lnTo>
                  <a:pt x="010" y="010"/>
                </a:lnTo>
                <a:lnTo>
                  <a:pt x="015" y="018"/>
                </a:lnTo>
                <a:lnTo>
                  <a:pt x="017" y="001"/>
                </a:lnTo>
                <a:lnTo>
                  <a:pt x="050" y="005"/>
                </a:lnTo>
                <a:lnTo>
                  <a:pt x="050" y="007"/>
                </a:lnTo>
                <a:lnTo>
                  <a:pt x="057" y="000"/>
                </a:lnTo>
                <a:lnTo>
                  <a:pt x="061" y="001"/>
                </a:lnTo>
                <a:lnTo>
                  <a:pt x="065" y="000"/>
                </a:lnTo>
                <a:lnTo>
                  <a:pt x="070" y="001"/>
                </a:lnTo>
                <a:lnTo>
                  <a:pt x="070" y="000"/>
                </a:lnTo>
                <a:lnTo>
                  <a:pt x="078" y="007"/>
                </a:lnTo>
                <a:lnTo>
                  <a:pt x="080" y="005"/>
                </a:lnTo>
                <a:lnTo>
                  <a:pt x="081" y="001"/>
                </a:lnTo>
                <a:lnTo>
                  <a:pt x="086" y="018"/>
                </a:lnTo>
                <a:lnTo>
                  <a:pt x="087" y="010"/>
                </a:lnTo>
                <a:lnTo>
                  <a:pt x="087" y="010"/>
                </a:lnTo>
                <a:lnTo>
                  <a:pt x="087" y="005"/>
                </a:lnTo>
                <a:lnTo>
                  <a:pt x="086" y="000"/>
                </a:lnTo>
                <a:lnTo>
                  <a:pt x="081" y="197"/>
                </a:lnTo>
                <a:lnTo>
                  <a:pt x="080" y="190"/>
                </a:lnTo>
                <a:lnTo>
                  <a:pt x="078" y="191"/>
                </a:lnTo>
                <a:lnTo>
                  <a:pt x="070" y="189"/>
                </a:lnTo>
                <a:lnTo>
                  <a:pt x="070" y="188"/>
                </a:lnTo>
                <a:lnTo>
                  <a:pt x="065" y="188"/>
                </a:lnTo>
                <a:lnTo>
                  <a:pt x="065" y="188"/>
                </a:lnTo>
                <a:close/>
                <a:moveTo>
                  <a:pt x="190" y="161"/>
                </a:moveTo>
                <a:lnTo>
                  <a:pt x="010" y="181"/>
                </a:lnTo>
                <a:lnTo>
                  <a:pt x="010" y="180"/>
                </a:lnTo>
                <a:lnTo>
                  <a:pt x="011" y="181"/>
                </a:lnTo>
                <a:lnTo>
                  <a:pt x="019" y="176"/>
                </a:lnTo>
                <a:lnTo>
                  <a:pt x="001" y="171"/>
                </a:lnTo>
                <a:lnTo>
                  <a:pt x="000" y="168"/>
                </a:lnTo>
                <a:lnTo>
                  <a:pt x="007" y="165"/>
                </a:lnTo>
                <a:lnTo>
                  <a:pt x="010" y="160"/>
                </a:lnTo>
                <a:lnTo>
                  <a:pt x="050" y="161"/>
                </a:lnTo>
                <a:lnTo>
                  <a:pt x="057" y="160"/>
                </a:lnTo>
                <a:lnTo>
                  <a:pt x="061" y="160"/>
                </a:lnTo>
                <a:lnTo>
                  <a:pt x="070" y="161"/>
                </a:lnTo>
                <a:lnTo>
                  <a:pt x="077" y="160"/>
                </a:lnTo>
                <a:lnTo>
                  <a:pt x="081" y="160"/>
                </a:lnTo>
                <a:lnTo>
                  <a:pt x="090" y="165"/>
                </a:lnTo>
                <a:lnTo>
                  <a:pt x="097" y="169"/>
                </a:lnTo>
                <a:lnTo>
                  <a:pt x="000" y="170"/>
                </a:lnTo>
                <a:lnTo>
                  <a:pt x="007" y="176"/>
                </a:lnTo>
                <a:lnTo>
                  <a:pt x="010" y="180"/>
                </a:lnTo>
                <a:lnTo>
                  <a:pt x="011" y="180"/>
                </a:lnTo>
                <a:lnTo>
                  <a:pt x="015" y="181"/>
                </a:lnTo>
                <a:lnTo>
                  <a:pt x="001" y="161"/>
                </a:lnTo>
                <a:lnTo>
                  <a:pt x="000" y="160"/>
                </a:lnTo>
                <a:lnTo>
                  <a:pt x="009" y="161"/>
                </a:lnTo>
                <a:lnTo>
                  <a:pt x="000" y="151"/>
                </a:lnTo>
                <a:lnTo>
                  <a:pt x="015" y="118"/>
                </a:lnTo>
                <a:lnTo>
                  <a:pt x="007" y="110"/>
                </a:lnTo>
                <a:lnTo>
                  <a:pt x="099" y="109"/>
                </a:lnTo>
                <a:lnTo>
                  <a:pt x="091" y="106"/>
                </a:lnTo>
                <a:lnTo>
                  <a:pt x="080" y="101"/>
                </a:lnTo>
                <a:lnTo>
                  <a:pt x="070" y="100"/>
                </a:lnTo>
                <a:lnTo>
                  <a:pt x="061" y="100"/>
                </a:lnTo>
                <a:lnTo>
                  <a:pt x="055" y="100"/>
                </a:lnTo>
                <a:lnTo>
                  <a:pt x="015" y="100"/>
                </a:lnTo>
                <a:lnTo>
                  <a:pt x="007" y="105"/>
                </a:lnTo>
                <a:lnTo>
                  <a:pt x="008" y="109"/>
                </a:lnTo>
                <a:lnTo>
                  <a:pt x="000" y="110"/>
                </a:lnTo>
                <a:lnTo>
                  <a:pt x="010" y="118"/>
                </a:lnTo>
                <a:lnTo>
                  <a:pt x="000" y="151"/>
                </a:lnTo>
                <a:lnTo>
                  <a:pt x="196" y="161"/>
                </a:lnTo>
                <a:lnTo>
                  <a:pt x="191" y="160"/>
                </a:lnTo>
                <a:lnTo>
                  <a:pt x="190" y="161"/>
                </a:lnTo>
                <a:lnTo>
                  <a:pt x="190" y="161"/>
                </a:lnTo>
                <a:close/>
                <a:moveTo>
                  <a:pt x="157" y="100"/>
                </a:moveTo>
                <a:lnTo>
                  <a:pt x="175" y="111"/>
                </a:lnTo>
                <a:lnTo>
                  <a:pt x="178" y="109"/>
                </a:lnTo>
                <a:lnTo>
                  <a:pt x="180" y="106"/>
                </a:lnTo>
                <a:lnTo>
                  <a:pt x="189" y="107"/>
                </a:lnTo>
                <a:lnTo>
                  <a:pt x="199" y="100"/>
                </a:lnTo>
                <a:lnTo>
                  <a:pt x="009" y="111"/>
                </a:lnTo>
                <a:lnTo>
                  <a:pt x="000" y="108"/>
                </a:lnTo>
                <a:lnTo>
                  <a:pt x="000" y="105"/>
                </a:lnTo>
                <a:lnTo>
                  <a:pt x="010" y="100"/>
                </a:lnTo>
                <a:lnTo>
                  <a:pt x="050" y="100"/>
                </a:lnTo>
                <a:lnTo>
                  <a:pt x="061" y="100"/>
                </a:lnTo>
                <a:lnTo>
                  <a:pt x="076" y="101"/>
                </a:lnTo>
                <a:lnTo>
                  <a:pt x="086" y="100"/>
                </a:lnTo>
                <a:lnTo>
                  <a:pt x="098" y="106"/>
                </a:lnTo>
                <a:lnTo>
                  <a:pt x="008" y="109"/>
                </a:lnTo>
                <a:lnTo>
                  <a:pt x="019" y="115"/>
                </a:lnTo>
                <a:lnTo>
                  <a:pt x="008" y="101"/>
                </a:lnTo>
                <a:lnTo>
                  <a:pt x="008" y="108"/>
                </a:lnTo>
                <a:lnTo>
                  <a:pt x="016" y="106"/>
                </a:lnTo>
                <a:lnTo>
                  <a:pt x="019" y="109"/>
                </a:lnTo>
                <a:lnTo>
                  <a:pt x="050" y="111"/>
                </a:lnTo>
                <a:lnTo>
                  <a:pt x="069" y="100"/>
                </a:lnTo>
                <a:lnTo>
                  <a:pt x="066" y="119"/>
                </a:lnTo>
                <a:lnTo>
                  <a:pt x="060" y="115"/>
                </a:lnTo>
                <a:lnTo>
                  <a:pt x="050" y="106"/>
                </a:lnTo>
                <a:lnTo>
                  <a:pt x="010" y="97"/>
                </a:lnTo>
                <a:lnTo>
                  <a:pt x="001" y="90"/>
                </a:lnTo>
                <a:lnTo>
                  <a:pt x="018" y="81"/>
                </a:lnTo>
                <a:lnTo>
                  <a:pt x="005" y="78"/>
                </a:lnTo>
                <a:lnTo>
                  <a:pt x="091" y="71"/>
                </a:lnTo>
                <a:lnTo>
                  <a:pt x="078" y="70"/>
                </a:lnTo>
                <a:lnTo>
                  <a:pt x="061" y="70"/>
                </a:lnTo>
                <a:lnTo>
                  <a:pt x="050" y="70"/>
                </a:lnTo>
                <a:lnTo>
                  <a:pt x="007" y="71"/>
                </a:lnTo>
                <a:lnTo>
                  <a:pt x="000" y="78"/>
                </a:lnTo>
                <a:lnTo>
                  <a:pt x="010" y="80"/>
                </a:lnTo>
                <a:lnTo>
                  <a:pt x="198" y="88"/>
                </a:lnTo>
                <a:lnTo>
                  <a:pt x="185" y="95"/>
                </a:lnTo>
                <a:lnTo>
                  <a:pt x="170" y="105"/>
                </a:lnTo>
                <a:lnTo>
                  <a:pt x="160" y="115"/>
                </a:lnTo>
                <a:lnTo>
                  <a:pt x="160" y="119"/>
                </a:lnTo>
                <a:lnTo>
                  <a:pt x="157" y="100"/>
                </a:lnTo>
                <a:close/>
                <a:moveTo>
                  <a:pt x="01" y="0"/>
                </a:moveTo>
                <a:lnTo>
                  <a:pt x="191" y="0"/>
                </a:lnTo>
                <a:lnTo>
                  <a:pt x="515" y="0"/>
                </a:lnTo>
                <a:lnTo>
                  <a:pt x="515" y="01"/>
                </a:lnTo>
                <a:lnTo>
                  <a:pt x="515" y="089"/>
                </a:lnTo>
                <a:lnTo>
                  <a:pt x="515" y="011"/>
                </a:lnTo>
                <a:lnTo>
                  <a:pt x="191" y="011"/>
                </a:lnTo>
                <a:lnTo>
                  <a:pt x="055" y="011"/>
                </a:lnTo>
                <a:lnTo>
                  <a:pt x="055" y="099"/>
                </a:lnTo>
                <a:lnTo>
                  <a:pt x="109" y="099"/>
                </a:lnTo>
                <a:lnTo>
                  <a:pt x="109" y="105"/>
                </a:lnTo>
                <a:lnTo>
                  <a:pt x="109" y="105"/>
                </a:lnTo>
                <a:lnTo>
                  <a:pt x="109" y="099"/>
                </a:lnTo>
                <a:lnTo>
                  <a:pt x="177" y="099"/>
                </a:lnTo>
                <a:lnTo>
                  <a:pt x="177" y="011"/>
                </a:lnTo>
                <a:lnTo>
                  <a:pt x="01" y="011"/>
                </a:lnTo>
                <a:lnTo>
                  <a:pt x="0" y="011"/>
                </a:lnTo>
                <a:lnTo>
                  <a:pt x="0" y="089"/>
                </a:lnTo>
                <a:lnTo>
                  <a:pt x="0" y="01"/>
                </a:lnTo>
                <a:lnTo>
                  <a:pt x="0" y="0"/>
                </a:lnTo>
                <a:lnTo>
                  <a:pt x="0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110" tIns="15700" rIns="91110" bIns="15700" numCol="1" anchor="t" anchorCtr="0" compatLnSpc="1"/>
          <a:p>
            <a:endParaRPr lang="zh-CN" altLang="en-US">
              <a:cs typeface="汉仪旗黑-55简" panose="00000600010101010101" charset="-108"/>
            </a:endParaRPr>
          </a:p>
        </p:txBody>
      </p:sp>
      <p:sp>
        <p:nvSpPr>
          <p:cNvPr id="07" name="Docer Falling Dust PPT demo 1"/>
          <p:cNvSpPr>
            <a:spLocks noEditPoints="1"/>
          </p:cNvSpPr>
          <p:nvPr/>
        </p:nvSpPr>
        <p:spPr bwMode="auto">
          <a:xfrm>
            <a:off x="5061011" y="6010986"/>
            <a:ext cx="018559" cy="017157"/>
          </a:xfrm>
          <a:custGeom>
            <a:avLst/>
            <a:gdLst>
              <a:gd name="T0" fmla="*/ 99 w 111"/>
              <a:gd name="T1" fmla="*/ 01 h 105"/>
              <a:gd name="T0" fmla="*/ 91 w 111"/>
              <a:gd name="T0" fmla="*/ 108 h 105"/>
              <a:gd name="T1" fmla="*/ 100 w 111"/>
              <a:gd name="T5" fmla="*/ 100 h 105"/>
              <a:gd name="T6" fmla="*/ 119 w 111"/>
              <a:gd name="T7" fmla="*/ 101 h 105"/>
              <a:gd name="T8" fmla="*/ 109 w 111"/>
              <a:gd name="T9" fmla="*/ 110 h 105"/>
              <a:gd name="T10" fmla="*/ 107 w 111"/>
              <a:gd name="T11" fmla="*/ 00 h 105"/>
              <a:gd name="T10" fmla="*/ 110 w 111"/>
              <a:gd name="T10" fmla="*/ 06 h 105"/>
              <a:gd name="T11" fmla="*/ 010 w 111"/>
              <a:gd name="T15" fmla="*/ 09 h 105"/>
              <a:gd name="T16" fmla="*/ 005 w 111"/>
              <a:gd name="T17" fmla="*/ 11 h 105"/>
              <a:gd name="T18" fmla="*/ 010 w 111"/>
              <a:gd name="T19" fmla="*/ 101 h 105"/>
              <a:gd name="T00" fmla="*/ 000 w 111"/>
              <a:gd name="T01" fmla="*/ 107 h 105"/>
              <a:gd name="T00" fmla="*/ 008 w 111"/>
              <a:gd name="T00" fmla="*/ 119 h 105"/>
              <a:gd name="T01" fmla="*/ 010 w 111"/>
              <a:gd name="T05" fmla="*/ 10 h 105"/>
              <a:gd name="T06" fmla="*/ 000 w 111"/>
              <a:gd name="T07" fmla="*/ 08 h 105"/>
              <a:gd name="T08" fmla="*/ 001 w 111"/>
              <a:gd name="T09" fmla="*/ 08 h 105"/>
              <a:gd name="T00" fmla="*/ 011 w 111"/>
              <a:gd name="T01" fmla="*/ 10 h 105"/>
              <a:gd name="T00" fmla="*/ 016 w 111"/>
              <a:gd name="T00" fmla="*/ 119 h 105"/>
              <a:gd name="T01" fmla="*/ 001 w 111"/>
              <a:gd name="T05" fmla="*/ 107 h 105"/>
              <a:gd name="T06" fmla="*/ 011 w 111"/>
              <a:gd name="T07" fmla="*/ 101 h 105"/>
              <a:gd name="T08" fmla="*/ 019 w 111"/>
              <a:gd name="T09" fmla="*/ 11 h 105"/>
              <a:gd name="T10" fmla="*/ 010 w 111"/>
              <a:gd name="T11" fmla="*/ 09 h 105"/>
              <a:gd name="T10" fmla="*/ 101 w 111"/>
              <a:gd name="T10" fmla="*/ 185 h 105"/>
              <a:gd name="T11" fmla="*/ 190 w 111"/>
              <a:gd name="T15" fmla="*/ 185 h 105"/>
              <a:gd name="T16" fmla="*/ 080 w 111"/>
              <a:gd name="T17" fmla="*/ 185 h 105"/>
              <a:gd name="T18" fmla="*/ 101 w 111"/>
              <a:gd name="T19" fmla="*/ 050 h 105"/>
              <a:gd name="T50" fmla="*/ 190 w 111"/>
              <a:gd name="T51" fmla="*/ 050 h 105"/>
              <a:gd name="T50" fmla="*/ 080 w 111"/>
              <a:gd name="T50" fmla="*/ 050 h 105"/>
              <a:gd name="T51" fmla="*/ 100 w 111"/>
              <a:gd name="T55" fmla="*/ 011 h 105"/>
              <a:gd name="T56" fmla="*/ 77 w 111"/>
              <a:gd name="T57" fmla="*/ 091 h 105"/>
              <a:gd name="T58" fmla="*/ 090 w 111"/>
              <a:gd name="T59" fmla="*/ 100 h 105"/>
              <a:gd name="T60" fmla="*/ 067 w 111"/>
              <a:gd name="T61" fmla="*/ 100 h 105"/>
              <a:gd name="T60" fmla="*/ 001 w 111"/>
              <a:gd name="T60" fmla="*/ 150 h 105"/>
              <a:gd name="T61" fmla="*/ 001 w 111"/>
              <a:gd name="T65" fmla="*/ 110 h 105"/>
              <a:gd name="T66" fmla="*/ 088 w 111"/>
              <a:gd name="T67" fmla="*/ 100 h 105"/>
              <a:gd name="T68" fmla="*/ 059 w 111"/>
              <a:gd name="T69" fmla="*/ 100 h 105"/>
              <a:gd name="T70" fmla="*/ 000 w 111"/>
              <a:gd name="T71" fmla="*/ 150 h 105"/>
              <a:gd name="T70" fmla="*/ 190 w 111"/>
              <a:gd name="T70" fmla="*/ 110 h 105"/>
              <a:gd name="T71" fmla="*/ 179 w 111"/>
              <a:gd name="T75" fmla="*/ 100 h 105"/>
              <a:gd name="T76" fmla="*/ 118 w 111"/>
              <a:gd name="T77" fmla="*/ 100 h 105"/>
              <a:gd name="T78" fmla="*/ 110 w 111"/>
              <a:gd name="T79" fmla="*/ 150 h 105"/>
              <a:gd name="T80" fmla="*/ 81 w 111"/>
              <a:gd name="T81" fmla="*/ 110 h 105"/>
              <a:gd name="T80" fmla="*/ 69 w 111"/>
              <a:gd name="T80" fmla="*/ 100 h 105"/>
              <a:gd name="T81" fmla="*/ 69 w 111"/>
              <a:gd name="T85" fmla="*/ 11 h 105"/>
              <a:gd name="T86" fmla="*/ 87 w 111"/>
              <a:gd name="T87" fmla="*/ 8 h 105"/>
              <a:gd name="T88" fmla="*/ 109 w 111"/>
              <a:gd name="T89" fmla="*/ 0 h 105"/>
              <a:gd name="T90" fmla="*/ 155 w 111"/>
              <a:gd name="T91" fmla="*/ 05 h 105"/>
              <a:gd name="T90" fmla="*/ 179 w 111"/>
              <a:gd name="T90" fmla="*/ 05 h 105"/>
              <a:gd name="T91" fmla="*/ 006 w 111"/>
              <a:gd name="T95" fmla="*/ 0 h 105"/>
              <a:gd name="T96" fmla="*/ 010 w 111"/>
              <a:gd name="T97" fmla="*/ 0 h 105"/>
              <a:gd name="T98" fmla="*/ 066 w 111"/>
              <a:gd name="T99" fmla="*/ 05 h 105"/>
              <a:gd name="T100" fmla="*/ 088 w 111"/>
              <a:gd name="T101" fmla="*/ 05 h 105"/>
              <a:gd name="T100" fmla="*/ 011 w 111"/>
              <a:gd name="T100" fmla="*/ 0 h 105"/>
              <a:gd name="T101" fmla="*/ 017 w 111"/>
              <a:gd name="T105" fmla="*/ 0 h 105"/>
              <a:gd name="T106" fmla="*/ 071 w 111"/>
              <a:gd name="T107" fmla="*/ 05 h 105"/>
              <a:gd name="T108" fmla="*/ 111 w 111"/>
              <a:gd name="T109" fmla="*/ 77 h 105"/>
              <a:gd name="T110" fmla="*/ 116 w 111"/>
              <a:gd name="T111" fmla="*/ 105 h 105"/>
              <a:gd name="T110" fmla="*/ 0 w 111"/>
              <a:gd name="T110" fmla="*/ 77 h 105"/>
            </a:gdLst>
            <a:ahLst/>
            <a:cxnLst>
              <a:cxn ang="0">
                <a:pos x="T0" y="T1"/>
              </a:cxn>
              <a:cxn ang="0">
                <a:pos x="T0" y="T0"/>
              </a:cxn>
              <a:cxn ang="0">
                <a:pos x="T1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0" y="T10"/>
              </a:cxn>
              <a:cxn ang="0">
                <a:pos x="T11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00" y="T01"/>
              </a:cxn>
              <a:cxn ang="0">
                <a:pos x="T00" y="T00"/>
              </a:cxn>
              <a:cxn ang="0">
                <a:pos x="T01" y="T05"/>
              </a:cxn>
              <a:cxn ang="0">
                <a:pos x="T06" y="T07"/>
              </a:cxn>
              <a:cxn ang="0">
                <a:pos x="T08" y="T09"/>
              </a:cxn>
              <a:cxn ang="0">
                <a:pos x="T00" y="T01"/>
              </a:cxn>
              <a:cxn ang="0">
                <a:pos x="T00" y="T00"/>
              </a:cxn>
              <a:cxn ang="0">
                <a:pos x="T01" y="T05"/>
              </a:cxn>
              <a:cxn ang="0">
                <a:pos x="T06" y="T07"/>
              </a:cxn>
              <a:cxn ang="0">
                <a:pos x="T08" y="T09"/>
              </a:cxn>
              <a:cxn ang="0">
                <a:pos x="T10" y="T11"/>
              </a:cxn>
              <a:cxn ang="0">
                <a:pos x="T10" y="T10"/>
              </a:cxn>
              <a:cxn ang="0">
                <a:pos x="T11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50" y="T51"/>
              </a:cxn>
              <a:cxn ang="0">
                <a:pos x="T50" y="T50"/>
              </a:cxn>
              <a:cxn ang="0">
                <a:pos x="T51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0" y="T60"/>
              </a:cxn>
              <a:cxn ang="0">
                <a:pos x="T61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0" y="T70"/>
              </a:cxn>
              <a:cxn ang="0">
                <a:pos x="T71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0" y="T80"/>
              </a:cxn>
              <a:cxn ang="0">
                <a:pos x="T81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0" y="T90"/>
              </a:cxn>
              <a:cxn ang="0">
                <a:pos x="T91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0" y="T100"/>
              </a:cxn>
              <a:cxn ang="0">
                <a:pos x="T101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0" y="T110"/>
              </a:cxn>
            </a:cxnLst>
            <a:rect l="0" t="0" r="r" b="b"/>
            <a:pathLst>
              <a:path w="111" h="105">
                <a:moveTo>
                  <a:pt x="110" y="06"/>
                </a:moveTo>
                <a:lnTo>
                  <a:pt x="108" y="06"/>
                </a:lnTo>
                <a:lnTo>
                  <a:pt x="105" y="08"/>
                </a:lnTo>
                <a:lnTo>
                  <a:pt x="100" y="09"/>
                </a:lnTo>
                <a:lnTo>
                  <a:pt x="99" y="01"/>
                </a:lnTo>
                <a:lnTo>
                  <a:pt x="98" y="00"/>
                </a:lnTo>
                <a:lnTo>
                  <a:pt x="95" y="07"/>
                </a:lnTo>
                <a:lnTo>
                  <a:pt x="91" y="10"/>
                </a:lnTo>
                <a:lnTo>
                  <a:pt x="91" y="11"/>
                </a:lnTo>
                <a:lnTo>
                  <a:pt x="91" y="108"/>
                </a:lnTo>
                <a:lnTo>
                  <a:pt x="91" y="110"/>
                </a:lnTo>
                <a:lnTo>
                  <a:pt x="95" y="115"/>
                </a:lnTo>
                <a:lnTo>
                  <a:pt x="98" y="119"/>
                </a:lnTo>
                <a:lnTo>
                  <a:pt x="99" y="101"/>
                </a:lnTo>
                <a:lnTo>
                  <a:pt x="100" y="100"/>
                </a:lnTo>
                <a:lnTo>
                  <a:pt x="105" y="101"/>
                </a:lnTo>
                <a:lnTo>
                  <a:pt x="108" y="106"/>
                </a:lnTo>
                <a:lnTo>
                  <a:pt x="110" y="107"/>
                </a:lnTo>
                <a:lnTo>
                  <a:pt x="115" y="106"/>
                </a:lnTo>
                <a:lnTo>
                  <a:pt x="119" y="101"/>
                </a:lnTo>
                <a:lnTo>
                  <a:pt x="100" y="100"/>
                </a:lnTo>
                <a:lnTo>
                  <a:pt x="105" y="101"/>
                </a:lnTo>
                <a:lnTo>
                  <a:pt x="107" y="119"/>
                </a:lnTo>
                <a:lnTo>
                  <a:pt x="108" y="115"/>
                </a:lnTo>
                <a:lnTo>
                  <a:pt x="109" y="110"/>
                </a:lnTo>
                <a:lnTo>
                  <a:pt x="109" y="108"/>
                </a:lnTo>
                <a:lnTo>
                  <a:pt x="109" y="11"/>
                </a:lnTo>
                <a:lnTo>
                  <a:pt x="109" y="10"/>
                </a:lnTo>
                <a:lnTo>
                  <a:pt x="108" y="07"/>
                </a:lnTo>
                <a:lnTo>
                  <a:pt x="107" y="00"/>
                </a:lnTo>
                <a:lnTo>
                  <a:pt x="105" y="01"/>
                </a:lnTo>
                <a:lnTo>
                  <a:pt x="100" y="09"/>
                </a:lnTo>
                <a:lnTo>
                  <a:pt x="119" y="08"/>
                </a:lnTo>
                <a:lnTo>
                  <a:pt x="115" y="06"/>
                </a:lnTo>
                <a:lnTo>
                  <a:pt x="110" y="06"/>
                </a:lnTo>
                <a:close/>
                <a:moveTo>
                  <a:pt x="000" y="06"/>
                </a:moveTo>
                <a:lnTo>
                  <a:pt x="000" y="06"/>
                </a:lnTo>
                <a:lnTo>
                  <a:pt x="019" y="06"/>
                </a:lnTo>
                <a:lnTo>
                  <a:pt x="016" y="08"/>
                </a:lnTo>
                <a:lnTo>
                  <a:pt x="010" y="09"/>
                </a:lnTo>
                <a:lnTo>
                  <a:pt x="010" y="01"/>
                </a:lnTo>
                <a:lnTo>
                  <a:pt x="007" y="00"/>
                </a:lnTo>
                <a:lnTo>
                  <a:pt x="006" y="07"/>
                </a:lnTo>
                <a:lnTo>
                  <a:pt x="005" y="10"/>
                </a:lnTo>
                <a:lnTo>
                  <a:pt x="005" y="11"/>
                </a:lnTo>
                <a:lnTo>
                  <a:pt x="005" y="108"/>
                </a:lnTo>
                <a:lnTo>
                  <a:pt x="005" y="110"/>
                </a:lnTo>
                <a:lnTo>
                  <a:pt x="006" y="115"/>
                </a:lnTo>
                <a:lnTo>
                  <a:pt x="007" y="119"/>
                </a:lnTo>
                <a:lnTo>
                  <a:pt x="010" y="101"/>
                </a:lnTo>
                <a:lnTo>
                  <a:pt x="010" y="100"/>
                </a:lnTo>
                <a:lnTo>
                  <a:pt x="016" y="101"/>
                </a:lnTo>
                <a:lnTo>
                  <a:pt x="019" y="106"/>
                </a:lnTo>
                <a:lnTo>
                  <a:pt x="000" y="107"/>
                </a:lnTo>
                <a:lnTo>
                  <a:pt x="000" y="107"/>
                </a:lnTo>
                <a:lnTo>
                  <a:pt x="006" y="106"/>
                </a:lnTo>
                <a:lnTo>
                  <a:pt x="000" y="101"/>
                </a:lnTo>
                <a:lnTo>
                  <a:pt x="000" y="100"/>
                </a:lnTo>
                <a:lnTo>
                  <a:pt x="005" y="101"/>
                </a:lnTo>
                <a:lnTo>
                  <a:pt x="008" y="119"/>
                </a:lnTo>
                <a:lnTo>
                  <a:pt x="009" y="115"/>
                </a:lnTo>
                <a:lnTo>
                  <a:pt x="010" y="110"/>
                </a:lnTo>
                <a:lnTo>
                  <a:pt x="010" y="108"/>
                </a:lnTo>
                <a:lnTo>
                  <a:pt x="010" y="11"/>
                </a:lnTo>
                <a:lnTo>
                  <a:pt x="010" y="10"/>
                </a:lnTo>
                <a:lnTo>
                  <a:pt x="009" y="07"/>
                </a:lnTo>
                <a:lnTo>
                  <a:pt x="008" y="00"/>
                </a:lnTo>
                <a:lnTo>
                  <a:pt x="005" y="01"/>
                </a:lnTo>
                <a:lnTo>
                  <a:pt x="000" y="09"/>
                </a:lnTo>
                <a:lnTo>
                  <a:pt x="000" y="08"/>
                </a:lnTo>
                <a:lnTo>
                  <a:pt x="006" y="06"/>
                </a:lnTo>
                <a:lnTo>
                  <a:pt x="000" y="06"/>
                </a:lnTo>
                <a:close/>
                <a:moveTo>
                  <a:pt x="001" y="06"/>
                </a:moveTo>
                <a:lnTo>
                  <a:pt x="008" y="06"/>
                </a:lnTo>
                <a:lnTo>
                  <a:pt x="001" y="08"/>
                </a:lnTo>
                <a:lnTo>
                  <a:pt x="001" y="09"/>
                </a:lnTo>
                <a:lnTo>
                  <a:pt x="018" y="01"/>
                </a:lnTo>
                <a:lnTo>
                  <a:pt x="016" y="00"/>
                </a:lnTo>
                <a:lnTo>
                  <a:pt x="015" y="07"/>
                </a:lnTo>
                <a:lnTo>
                  <a:pt x="011" y="10"/>
                </a:lnTo>
                <a:lnTo>
                  <a:pt x="011" y="11"/>
                </a:lnTo>
                <a:lnTo>
                  <a:pt x="011" y="108"/>
                </a:lnTo>
                <a:lnTo>
                  <a:pt x="011" y="110"/>
                </a:lnTo>
                <a:lnTo>
                  <a:pt x="015" y="115"/>
                </a:lnTo>
                <a:lnTo>
                  <a:pt x="016" y="119"/>
                </a:lnTo>
                <a:lnTo>
                  <a:pt x="018" y="101"/>
                </a:lnTo>
                <a:lnTo>
                  <a:pt x="001" y="100"/>
                </a:lnTo>
                <a:lnTo>
                  <a:pt x="001" y="101"/>
                </a:lnTo>
                <a:lnTo>
                  <a:pt x="008" y="106"/>
                </a:lnTo>
                <a:lnTo>
                  <a:pt x="001" y="107"/>
                </a:lnTo>
                <a:lnTo>
                  <a:pt x="001" y="107"/>
                </a:lnTo>
                <a:lnTo>
                  <a:pt x="005" y="106"/>
                </a:lnTo>
                <a:lnTo>
                  <a:pt x="008" y="101"/>
                </a:lnTo>
                <a:lnTo>
                  <a:pt x="010" y="100"/>
                </a:lnTo>
                <a:lnTo>
                  <a:pt x="011" y="101"/>
                </a:lnTo>
                <a:lnTo>
                  <a:pt x="016" y="119"/>
                </a:lnTo>
                <a:lnTo>
                  <a:pt x="017" y="115"/>
                </a:lnTo>
                <a:lnTo>
                  <a:pt x="019" y="110"/>
                </a:lnTo>
                <a:lnTo>
                  <a:pt x="019" y="108"/>
                </a:lnTo>
                <a:lnTo>
                  <a:pt x="019" y="11"/>
                </a:lnTo>
                <a:lnTo>
                  <a:pt x="019" y="10"/>
                </a:lnTo>
                <a:lnTo>
                  <a:pt x="017" y="07"/>
                </a:lnTo>
                <a:lnTo>
                  <a:pt x="016" y="00"/>
                </a:lnTo>
                <a:lnTo>
                  <a:pt x="011" y="01"/>
                </a:lnTo>
                <a:lnTo>
                  <a:pt x="010" y="09"/>
                </a:lnTo>
                <a:lnTo>
                  <a:pt x="008" y="08"/>
                </a:lnTo>
                <a:lnTo>
                  <a:pt x="005" y="06"/>
                </a:lnTo>
                <a:lnTo>
                  <a:pt x="001" y="06"/>
                </a:lnTo>
                <a:lnTo>
                  <a:pt x="001" y="06"/>
                </a:lnTo>
                <a:close/>
                <a:moveTo>
                  <a:pt x="101" y="185"/>
                </a:moveTo>
                <a:lnTo>
                  <a:pt x="101" y="005"/>
                </a:lnTo>
                <a:lnTo>
                  <a:pt x="160" y="005"/>
                </a:lnTo>
                <a:lnTo>
                  <a:pt x="160" y="185"/>
                </a:lnTo>
                <a:lnTo>
                  <a:pt x="101" y="185"/>
                </a:lnTo>
                <a:close/>
                <a:moveTo>
                  <a:pt x="190" y="185"/>
                </a:moveTo>
                <a:lnTo>
                  <a:pt x="190" y="005"/>
                </a:lnTo>
                <a:lnTo>
                  <a:pt x="051" y="005"/>
                </a:lnTo>
                <a:lnTo>
                  <a:pt x="051" y="185"/>
                </a:lnTo>
                <a:lnTo>
                  <a:pt x="190" y="185"/>
                </a:lnTo>
                <a:close/>
                <a:moveTo>
                  <a:pt x="080" y="185"/>
                </a:moveTo>
                <a:lnTo>
                  <a:pt x="080" y="005"/>
                </a:lnTo>
                <a:lnTo>
                  <a:pt x="010" y="005"/>
                </a:lnTo>
                <a:lnTo>
                  <a:pt x="010" y="185"/>
                </a:lnTo>
                <a:lnTo>
                  <a:pt x="080" y="185"/>
                </a:lnTo>
                <a:close/>
                <a:moveTo>
                  <a:pt x="101" y="050"/>
                </a:moveTo>
                <a:lnTo>
                  <a:pt x="101" y="090"/>
                </a:lnTo>
                <a:lnTo>
                  <a:pt x="160" y="090"/>
                </a:lnTo>
                <a:lnTo>
                  <a:pt x="160" y="050"/>
                </a:lnTo>
                <a:lnTo>
                  <a:pt x="101" y="050"/>
                </a:lnTo>
                <a:close/>
                <a:moveTo>
                  <a:pt x="190" y="050"/>
                </a:moveTo>
                <a:lnTo>
                  <a:pt x="190" y="090"/>
                </a:lnTo>
                <a:lnTo>
                  <a:pt x="051" y="090"/>
                </a:lnTo>
                <a:lnTo>
                  <a:pt x="051" y="050"/>
                </a:lnTo>
                <a:lnTo>
                  <a:pt x="190" y="050"/>
                </a:lnTo>
                <a:close/>
                <a:moveTo>
                  <a:pt x="080" y="050"/>
                </a:moveTo>
                <a:lnTo>
                  <a:pt x="080" y="090"/>
                </a:lnTo>
                <a:lnTo>
                  <a:pt x="010" y="090"/>
                </a:lnTo>
                <a:lnTo>
                  <a:pt x="010" y="050"/>
                </a:lnTo>
                <a:lnTo>
                  <a:pt x="080" y="050"/>
                </a:lnTo>
                <a:close/>
                <a:moveTo>
                  <a:pt x="100" y="011"/>
                </a:moveTo>
                <a:lnTo>
                  <a:pt x="80" y="018"/>
                </a:lnTo>
                <a:lnTo>
                  <a:pt x="60" y="008"/>
                </a:lnTo>
                <a:lnTo>
                  <a:pt x="100" y="011"/>
                </a:lnTo>
                <a:close/>
                <a:moveTo>
                  <a:pt x="51" y="005"/>
                </a:moveTo>
                <a:lnTo>
                  <a:pt x="77" y="091"/>
                </a:lnTo>
                <a:lnTo>
                  <a:pt x="86" y="085"/>
                </a:lnTo>
                <a:lnTo>
                  <a:pt x="90" y="090"/>
                </a:lnTo>
                <a:lnTo>
                  <a:pt x="116" y="050"/>
                </a:lnTo>
                <a:lnTo>
                  <a:pt x="090" y="050"/>
                </a:lnTo>
                <a:lnTo>
                  <a:pt x="090" y="100"/>
                </a:lnTo>
                <a:lnTo>
                  <a:pt x="071" y="100"/>
                </a:lnTo>
                <a:lnTo>
                  <a:pt x="071" y="108"/>
                </a:lnTo>
                <a:lnTo>
                  <a:pt x="071" y="117"/>
                </a:lnTo>
                <a:lnTo>
                  <a:pt x="071" y="106"/>
                </a:lnTo>
                <a:lnTo>
                  <a:pt x="067" y="100"/>
                </a:lnTo>
                <a:lnTo>
                  <a:pt x="060" y="110"/>
                </a:lnTo>
                <a:lnTo>
                  <a:pt x="056" y="111"/>
                </a:lnTo>
                <a:lnTo>
                  <a:pt x="017" y="119"/>
                </a:lnTo>
                <a:lnTo>
                  <a:pt x="009" y="151"/>
                </a:lnTo>
                <a:lnTo>
                  <a:pt x="001" y="150"/>
                </a:lnTo>
                <a:lnTo>
                  <a:pt x="001" y="150"/>
                </a:lnTo>
                <a:lnTo>
                  <a:pt x="000" y="151"/>
                </a:lnTo>
                <a:lnTo>
                  <a:pt x="011" y="119"/>
                </a:lnTo>
                <a:lnTo>
                  <a:pt x="007" y="111"/>
                </a:lnTo>
                <a:lnTo>
                  <a:pt x="001" y="110"/>
                </a:lnTo>
                <a:lnTo>
                  <a:pt x="095" y="100"/>
                </a:lnTo>
                <a:lnTo>
                  <a:pt x="091" y="106"/>
                </a:lnTo>
                <a:lnTo>
                  <a:pt x="088" y="117"/>
                </a:lnTo>
                <a:lnTo>
                  <a:pt x="088" y="108"/>
                </a:lnTo>
                <a:lnTo>
                  <a:pt x="088" y="100"/>
                </a:lnTo>
                <a:lnTo>
                  <a:pt x="066" y="100"/>
                </a:lnTo>
                <a:lnTo>
                  <a:pt x="066" y="108"/>
                </a:lnTo>
                <a:lnTo>
                  <a:pt x="066" y="117"/>
                </a:lnTo>
                <a:lnTo>
                  <a:pt x="060" y="106"/>
                </a:lnTo>
                <a:lnTo>
                  <a:pt x="059" y="100"/>
                </a:lnTo>
                <a:lnTo>
                  <a:pt x="050" y="110"/>
                </a:lnTo>
                <a:lnTo>
                  <a:pt x="017" y="111"/>
                </a:lnTo>
                <a:lnTo>
                  <a:pt x="010" y="119"/>
                </a:lnTo>
                <a:lnTo>
                  <a:pt x="000" y="151"/>
                </a:lnTo>
                <a:lnTo>
                  <a:pt x="000" y="150"/>
                </a:lnTo>
                <a:lnTo>
                  <a:pt x="000" y="150"/>
                </a:lnTo>
                <a:lnTo>
                  <a:pt x="011" y="151"/>
                </a:lnTo>
                <a:lnTo>
                  <a:pt x="006" y="119"/>
                </a:lnTo>
                <a:lnTo>
                  <a:pt x="198" y="111"/>
                </a:lnTo>
                <a:lnTo>
                  <a:pt x="190" y="110"/>
                </a:lnTo>
                <a:lnTo>
                  <a:pt x="186" y="100"/>
                </a:lnTo>
                <a:lnTo>
                  <a:pt x="180" y="106"/>
                </a:lnTo>
                <a:lnTo>
                  <a:pt x="179" y="117"/>
                </a:lnTo>
                <a:lnTo>
                  <a:pt x="179" y="108"/>
                </a:lnTo>
                <a:lnTo>
                  <a:pt x="179" y="100"/>
                </a:lnTo>
                <a:lnTo>
                  <a:pt x="156" y="100"/>
                </a:lnTo>
                <a:lnTo>
                  <a:pt x="156" y="108"/>
                </a:lnTo>
                <a:lnTo>
                  <a:pt x="155" y="117"/>
                </a:lnTo>
                <a:lnTo>
                  <a:pt x="150" y="106"/>
                </a:lnTo>
                <a:lnTo>
                  <a:pt x="118" y="100"/>
                </a:lnTo>
                <a:lnTo>
                  <a:pt x="110" y="110"/>
                </a:lnTo>
                <a:lnTo>
                  <a:pt x="106" y="111"/>
                </a:lnTo>
                <a:lnTo>
                  <a:pt x="109" y="119"/>
                </a:lnTo>
                <a:lnTo>
                  <a:pt x="101" y="151"/>
                </a:lnTo>
                <a:lnTo>
                  <a:pt x="110" y="150"/>
                </a:lnTo>
                <a:lnTo>
                  <a:pt x="110" y="150"/>
                </a:lnTo>
                <a:lnTo>
                  <a:pt x="101" y="151"/>
                </a:lnTo>
                <a:lnTo>
                  <a:pt x="95" y="119"/>
                </a:lnTo>
                <a:lnTo>
                  <a:pt x="87" y="111"/>
                </a:lnTo>
                <a:lnTo>
                  <a:pt x="81" y="110"/>
                </a:lnTo>
                <a:lnTo>
                  <a:pt x="76" y="100"/>
                </a:lnTo>
                <a:lnTo>
                  <a:pt x="70" y="106"/>
                </a:lnTo>
                <a:lnTo>
                  <a:pt x="70" y="117"/>
                </a:lnTo>
                <a:lnTo>
                  <a:pt x="69" y="108"/>
                </a:lnTo>
                <a:lnTo>
                  <a:pt x="69" y="100"/>
                </a:lnTo>
                <a:lnTo>
                  <a:pt x="51" y="100"/>
                </a:lnTo>
                <a:lnTo>
                  <a:pt x="51" y="005"/>
                </a:lnTo>
                <a:close/>
                <a:moveTo>
                  <a:pt x="05" y="51"/>
                </a:moveTo>
                <a:lnTo>
                  <a:pt x="69" y="51"/>
                </a:lnTo>
                <a:lnTo>
                  <a:pt x="69" y="11"/>
                </a:lnTo>
                <a:lnTo>
                  <a:pt x="70" y="05"/>
                </a:lnTo>
                <a:lnTo>
                  <a:pt x="70" y="06"/>
                </a:lnTo>
                <a:lnTo>
                  <a:pt x="76" y="19"/>
                </a:lnTo>
                <a:lnTo>
                  <a:pt x="81" y="10"/>
                </a:lnTo>
                <a:lnTo>
                  <a:pt x="87" y="8"/>
                </a:lnTo>
                <a:lnTo>
                  <a:pt x="95" y="0"/>
                </a:lnTo>
                <a:lnTo>
                  <a:pt x="101" y="1"/>
                </a:lnTo>
                <a:lnTo>
                  <a:pt x="110" y="0"/>
                </a:lnTo>
                <a:lnTo>
                  <a:pt x="101" y="1"/>
                </a:lnTo>
                <a:lnTo>
                  <a:pt x="109" y="0"/>
                </a:lnTo>
                <a:lnTo>
                  <a:pt x="106" y="8"/>
                </a:lnTo>
                <a:lnTo>
                  <a:pt x="110" y="10"/>
                </a:lnTo>
                <a:lnTo>
                  <a:pt x="118" y="19"/>
                </a:lnTo>
                <a:lnTo>
                  <a:pt x="150" y="06"/>
                </a:lnTo>
                <a:lnTo>
                  <a:pt x="155" y="05"/>
                </a:lnTo>
                <a:lnTo>
                  <a:pt x="156" y="11"/>
                </a:lnTo>
                <a:lnTo>
                  <a:pt x="156" y="51"/>
                </a:lnTo>
                <a:lnTo>
                  <a:pt x="179" y="51"/>
                </a:lnTo>
                <a:lnTo>
                  <a:pt x="179" y="11"/>
                </a:lnTo>
                <a:lnTo>
                  <a:pt x="179" y="05"/>
                </a:lnTo>
                <a:lnTo>
                  <a:pt x="180" y="06"/>
                </a:lnTo>
                <a:lnTo>
                  <a:pt x="186" y="19"/>
                </a:lnTo>
                <a:lnTo>
                  <a:pt x="190" y="10"/>
                </a:lnTo>
                <a:lnTo>
                  <a:pt x="198" y="8"/>
                </a:lnTo>
                <a:lnTo>
                  <a:pt x="006" y="0"/>
                </a:lnTo>
                <a:lnTo>
                  <a:pt x="011" y="1"/>
                </a:lnTo>
                <a:lnTo>
                  <a:pt x="000" y="0"/>
                </a:lnTo>
                <a:lnTo>
                  <a:pt x="000" y="0"/>
                </a:lnTo>
                <a:lnTo>
                  <a:pt x="000" y="1"/>
                </a:lnTo>
                <a:lnTo>
                  <a:pt x="010" y="0"/>
                </a:lnTo>
                <a:lnTo>
                  <a:pt x="017" y="8"/>
                </a:lnTo>
                <a:lnTo>
                  <a:pt x="050" y="10"/>
                </a:lnTo>
                <a:lnTo>
                  <a:pt x="059" y="19"/>
                </a:lnTo>
                <a:lnTo>
                  <a:pt x="060" y="06"/>
                </a:lnTo>
                <a:lnTo>
                  <a:pt x="066" y="05"/>
                </a:lnTo>
                <a:lnTo>
                  <a:pt x="066" y="11"/>
                </a:lnTo>
                <a:lnTo>
                  <a:pt x="066" y="51"/>
                </a:lnTo>
                <a:lnTo>
                  <a:pt x="088" y="51"/>
                </a:lnTo>
                <a:lnTo>
                  <a:pt x="088" y="11"/>
                </a:lnTo>
                <a:lnTo>
                  <a:pt x="088" y="05"/>
                </a:lnTo>
                <a:lnTo>
                  <a:pt x="091" y="06"/>
                </a:lnTo>
                <a:lnTo>
                  <a:pt x="095" y="19"/>
                </a:lnTo>
                <a:lnTo>
                  <a:pt x="001" y="10"/>
                </a:lnTo>
                <a:lnTo>
                  <a:pt x="007" y="8"/>
                </a:lnTo>
                <a:lnTo>
                  <a:pt x="011" y="0"/>
                </a:lnTo>
                <a:lnTo>
                  <a:pt x="000" y="1"/>
                </a:lnTo>
                <a:lnTo>
                  <a:pt x="001" y="0"/>
                </a:lnTo>
                <a:lnTo>
                  <a:pt x="001" y="0"/>
                </a:lnTo>
                <a:lnTo>
                  <a:pt x="009" y="1"/>
                </a:lnTo>
                <a:lnTo>
                  <a:pt x="017" y="0"/>
                </a:lnTo>
                <a:lnTo>
                  <a:pt x="056" y="8"/>
                </a:lnTo>
                <a:lnTo>
                  <a:pt x="060" y="10"/>
                </a:lnTo>
                <a:lnTo>
                  <a:pt x="067" y="19"/>
                </a:lnTo>
                <a:lnTo>
                  <a:pt x="071" y="06"/>
                </a:lnTo>
                <a:lnTo>
                  <a:pt x="071" y="05"/>
                </a:lnTo>
                <a:lnTo>
                  <a:pt x="071" y="11"/>
                </a:lnTo>
                <a:lnTo>
                  <a:pt x="071" y="51"/>
                </a:lnTo>
                <a:lnTo>
                  <a:pt x="119" y="51"/>
                </a:lnTo>
                <a:lnTo>
                  <a:pt x="111" y="51"/>
                </a:lnTo>
                <a:lnTo>
                  <a:pt x="111" y="77"/>
                </a:lnTo>
                <a:lnTo>
                  <a:pt x="111" y="079"/>
                </a:lnTo>
                <a:lnTo>
                  <a:pt x="111" y="105"/>
                </a:lnTo>
                <a:lnTo>
                  <a:pt x="119" y="105"/>
                </a:lnTo>
                <a:lnTo>
                  <a:pt x="101" y="105"/>
                </a:lnTo>
                <a:lnTo>
                  <a:pt x="116" y="105"/>
                </a:lnTo>
                <a:lnTo>
                  <a:pt x="110" y="100"/>
                </a:lnTo>
                <a:lnTo>
                  <a:pt x="16" y="065"/>
                </a:lnTo>
                <a:lnTo>
                  <a:pt x="0" y="058"/>
                </a:lnTo>
                <a:lnTo>
                  <a:pt x="0" y="010"/>
                </a:lnTo>
                <a:lnTo>
                  <a:pt x="0" y="77"/>
                </a:lnTo>
                <a:lnTo>
                  <a:pt x="0" y="51"/>
                </a:lnTo>
                <a:lnTo>
                  <a:pt x="05" y="5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110" tIns="15700" rIns="91110" bIns="15700" numCol="1" anchor="t" anchorCtr="0" compatLnSpc="1"/>
          <a:p>
            <a:endParaRPr lang="zh-CN" altLang="en-US">
              <a:cs typeface="汉仪旗黑-55简" panose="00000600010101010101" charset="-108"/>
            </a:endParaRPr>
          </a:p>
        </p:txBody>
      </p:sp>
      <p:sp>
        <p:nvSpPr>
          <p:cNvPr id="08" name="Docer Falling Dust PPT demo 10"/>
          <p:cNvSpPr/>
          <p:nvPr/>
        </p:nvSpPr>
        <p:spPr>
          <a:xfrm>
            <a:off x="8508905" y="0659557"/>
            <a:ext cx="0700777" cy="11100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旗黑-55简" panose="00000600010101010101" charset="-108"/>
                <a:ea typeface="汉仪旗黑-55简" panose="00000600010101010101" charset="-108"/>
                <a:cs typeface="+mn-ea"/>
                <a:sym typeface="汉仪旗黑-55简" panose="00000600010101010101" charset="-108"/>
              </a:rPr>
              <a:t>显示记</a:t>
            </a:r>
            <a:r>
              <a:rPr lang="zh-CN" altLang="en-US" sz="1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旗黑-55简" panose="00000600010101010101" charset="-108"/>
                <a:ea typeface="汉仪旗黑-55简" panose="00000600010101010101" charset="-108"/>
                <a:cs typeface="+mn-ea"/>
                <a:sym typeface="汉仪旗黑-55简" panose="00000600010101010101" charset="-108"/>
              </a:rPr>
              <a:t>录</a:t>
            </a:r>
            <a:endParaRPr lang="zh-CN" altLang="en-US" sz="1100" dirty="0" smtClean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00600010101010101" charset="-108"/>
              <a:ea typeface="汉仪旗黑-55简" panose="00000600010101010101" charset="-108"/>
              <a:cs typeface="+mn-ea"/>
              <a:sym typeface="汉仪旗黑-55简" panose="00000600010101010101" charset="-108"/>
            </a:endParaRPr>
          </a:p>
        </p:txBody>
      </p:sp>
      <p:sp>
        <p:nvSpPr>
          <p:cNvPr id="10" name="Docer Falling Dust PPT demo 10"/>
          <p:cNvSpPr/>
          <p:nvPr/>
        </p:nvSpPr>
        <p:spPr>
          <a:xfrm>
            <a:off x="0096016" y="1706095"/>
            <a:ext cx="0700777" cy="111000"/>
          </a:xfrm>
          <a:prstGeom prst="rect">
            <a:avLst/>
          </a:prstGeom>
        </p:spPr>
        <p:txBody>
          <a:bodyPr wrap="square">
            <a:spAutoFit/>
          </a:bodyPr>
          <a:p>
            <a:pPr algn="r">
              <a:lnSpc>
                <a:spcPct val="150000"/>
              </a:lnSpc>
            </a:pPr>
            <a:r>
              <a:rPr lang="zh-CN" altLang="en-US" sz="1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旗黑-55简" panose="00000600010101010101" charset="-108"/>
                <a:ea typeface="汉仪旗黑-55简" panose="00000600010101010101" charset="-108"/>
                <a:cs typeface="+mn-ea"/>
                <a:sym typeface="汉仪旗黑-55简" panose="00000600010101010101" charset="-108"/>
              </a:rPr>
              <a:t>修改记</a:t>
            </a:r>
            <a:r>
              <a:rPr lang="zh-CN" altLang="en-US" sz="1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旗黑-55简" panose="00000600010101010101" charset="-108"/>
                <a:ea typeface="汉仪旗黑-55简" panose="00000600010101010101" charset="-108"/>
                <a:cs typeface="+mn-ea"/>
                <a:sym typeface="汉仪旗黑-55简" panose="00000600010101010101" charset="-108"/>
              </a:rPr>
              <a:t>录</a:t>
            </a:r>
            <a:endParaRPr lang="zh-CN" altLang="en-US" sz="1100" dirty="0" smtClean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00600010101010101" charset="-108"/>
              <a:ea typeface="汉仪旗黑-55简" panose="00000600010101010101" charset="-108"/>
              <a:cs typeface="+mn-ea"/>
              <a:sym typeface="汉仪旗黑-55简" panose="00000600010101010101" charset="-108"/>
            </a:endParaRPr>
          </a:p>
        </p:txBody>
      </p:sp>
      <p:sp>
        <p:nvSpPr>
          <p:cNvPr id="11" name="Docer Falling Dust PPT demo 9"/>
          <p:cNvSpPr/>
          <p:nvPr/>
        </p:nvSpPr>
        <p:spPr>
          <a:xfrm>
            <a:off x="0110168" y="1055866"/>
            <a:ext cx="0059797" cy="160075"/>
          </a:xfrm>
          <a:prstGeom prst="rect">
            <a:avLst/>
          </a:prstGeom>
        </p:spPr>
        <p:txBody>
          <a:bodyPr wrap="square">
            <a:spAutoFit/>
          </a:bodyPr>
          <a:p>
            <a:pPr algn="r">
              <a:lnSpc>
                <a:spcPct val="100000"/>
              </a:lnSpc>
            </a:pPr>
            <a:r>
              <a:rPr lang="zh-CN" altLang="en-US" sz="0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00B0601000000000001" charset="-100"/>
                <a:ea typeface="汉仪雅酷黑 65W" panose="000B0601000000000001" charset="-100"/>
                <a:cs typeface="+mn-ea"/>
                <a:sym typeface="汉仪旗黑-55简" panose="00000600010101010101" charset="-108"/>
              </a:rPr>
              <a:t>模块</a:t>
            </a:r>
            <a:r>
              <a:rPr lang="zh-CN" altLang="en-US" sz="0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00B0601000000000001" charset="-100"/>
                <a:ea typeface="汉仪雅酷黑 65W" panose="000B0601000000000001" charset="-100"/>
                <a:cs typeface="+mn-ea"/>
                <a:sym typeface="汉仪旗黑-55简" panose="00000600010101010101" charset="-108"/>
              </a:rPr>
              <a:t>二：addNode()</a:t>
            </a:r>
            <a:endParaRPr lang="zh-CN" altLang="en-US" sz="0000" dirty="0" smtClean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00B0601000000000001" charset="-100"/>
              <a:ea typeface="汉仪雅酷黑 65W" panose="000B0601000000000001" charset="-100"/>
              <a:cs typeface="+mn-ea"/>
              <a:sym typeface="汉仪旗黑-55简" panose="00000600010101010101" charset="-108"/>
            </a:endParaRPr>
          </a:p>
        </p:txBody>
      </p:sp>
      <p:sp>
        <p:nvSpPr>
          <p:cNvPr id="11" name="Docer Falling Dust PPT demo 10"/>
          <p:cNvSpPr/>
          <p:nvPr/>
        </p:nvSpPr>
        <p:spPr>
          <a:xfrm>
            <a:off x="1019950" y="1150580"/>
            <a:ext cx="0700777" cy="111000"/>
          </a:xfrm>
          <a:prstGeom prst="rect">
            <a:avLst/>
          </a:prstGeom>
        </p:spPr>
        <p:txBody>
          <a:bodyPr wrap="square">
            <a:spAutoFit/>
          </a:bodyPr>
          <a:p>
            <a:pPr algn="r">
              <a:lnSpc>
                <a:spcPct val="150000"/>
              </a:lnSpc>
            </a:pPr>
            <a:r>
              <a:rPr lang="zh-CN" altLang="en-US" sz="1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旗黑-55简" panose="00000600010101010101" charset="-108"/>
                <a:ea typeface="汉仪旗黑-55简" panose="00000600010101010101" charset="-108"/>
                <a:cs typeface="+mn-ea"/>
                <a:sym typeface="汉仪旗黑-55简" panose="00000600010101010101" charset="-108"/>
              </a:rPr>
              <a:t>插入新记</a:t>
            </a:r>
            <a:r>
              <a:rPr lang="zh-CN" altLang="en-US" sz="1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旗黑-55简" panose="00000600010101010101" charset="-108"/>
                <a:ea typeface="汉仪旗黑-55简" panose="00000600010101010101" charset="-108"/>
                <a:cs typeface="+mn-ea"/>
                <a:sym typeface="汉仪旗黑-55简" panose="00000600010101010101" charset="-108"/>
              </a:rPr>
              <a:t>录</a:t>
            </a:r>
            <a:endParaRPr lang="zh-CN" altLang="en-US" sz="1100" dirty="0" smtClean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00600010101010101" charset="-108"/>
              <a:ea typeface="汉仪旗黑-55简" panose="00000600010101010101" charset="-108"/>
              <a:cs typeface="+mn-ea"/>
              <a:sym typeface="汉仪旗黑-55简" panose="00000600010101010101" charset="-108"/>
            </a:endParaRPr>
          </a:p>
        </p:txBody>
      </p:sp>
      <p:sp>
        <p:nvSpPr>
          <p:cNvPr id="66" name="Docer Falling Dust PPT demo 9"/>
          <p:cNvSpPr/>
          <p:nvPr/>
        </p:nvSpPr>
        <p:spPr>
          <a:xfrm>
            <a:off x="1667070" y="0757951"/>
            <a:ext cx="0059797" cy="160075"/>
          </a:xfrm>
          <a:prstGeom prst="rect">
            <a:avLst/>
          </a:prstGeom>
        </p:spPr>
        <p:txBody>
          <a:bodyPr wrap="square">
            <a:spAutoFit/>
          </a:bodyPr>
          <a:p>
            <a:pPr algn="r">
              <a:lnSpc>
                <a:spcPct val="100000"/>
              </a:lnSpc>
            </a:pPr>
            <a:r>
              <a:rPr lang="zh-CN" altLang="en-US" sz="0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00B0601000000000001" charset="-100"/>
                <a:ea typeface="汉仪雅酷黑 65W" panose="000B0601000000000001" charset="-100"/>
                <a:cs typeface="+mn-ea"/>
                <a:sym typeface="汉仪旗黑-55简" panose="00000600010101010101" charset="-108"/>
              </a:rPr>
              <a:t>模块</a:t>
            </a:r>
            <a:r>
              <a:rPr lang="zh-CN" altLang="en-US" sz="0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00B0601000000000001" charset="-100"/>
                <a:ea typeface="汉仪雅酷黑 65W" panose="000B0601000000000001" charset="-100"/>
                <a:cs typeface="+mn-ea"/>
                <a:sym typeface="汉仪旗黑-55简" panose="00000600010101010101" charset="-108"/>
              </a:rPr>
              <a:t>一：initSystem()</a:t>
            </a:r>
            <a:endParaRPr lang="zh-CN" altLang="en-US" sz="0000" dirty="0" smtClean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00B0601000000000001" charset="-100"/>
              <a:ea typeface="汉仪雅酷黑 65W" panose="000B0601000000000001" charset="-100"/>
              <a:cs typeface="+mn-ea"/>
              <a:sym typeface="汉仪旗黑-55简" panose="00000600010101010101" charset="-108"/>
            </a:endParaRPr>
          </a:p>
        </p:txBody>
      </p:sp>
      <p:sp>
        <p:nvSpPr>
          <p:cNvPr id="69" name="Docer Falling Dust PPT demo 10"/>
          <p:cNvSpPr/>
          <p:nvPr/>
        </p:nvSpPr>
        <p:spPr>
          <a:xfrm>
            <a:off x="7150080" y="1706095"/>
            <a:ext cx="0700777" cy="11100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旗黑-55简" panose="00000600010101010101" charset="-108"/>
                <a:ea typeface="汉仪旗黑-55简" panose="00000600010101010101" charset="-108"/>
                <a:cs typeface="+mn-ea"/>
                <a:sym typeface="汉仪旗黑-55简" panose="00000600010101010101" charset="-108"/>
              </a:rPr>
              <a:t>删除记</a:t>
            </a:r>
            <a:r>
              <a:rPr lang="zh-CN" altLang="en-US" sz="1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旗黑-55简" panose="00000600010101010101" charset="-108"/>
                <a:ea typeface="汉仪旗黑-55简" panose="00000600010101010101" charset="-108"/>
                <a:cs typeface="+mn-ea"/>
                <a:sym typeface="汉仪旗黑-55简" panose="00000600010101010101" charset="-108"/>
              </a:rPr>
              <a:t>录</a:t>
            </a:r>
            <a:endParaRPr lang="zh-CN" altLang="en-US" sz="1100" dirty="0" smtClean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00600010101010101" charset="-108"/>
              <a:ea typeface="汉仪旗黑-55简" panose="00000600010101010101" charset="-108"/>
              <a:cs typeface="+mn-ea"/>
              <a:sym typeface="汉仪旗黑-55简" panose="00000600010101010101" charset="-108"/>
            </a:endParaRPr>
          </a:p>
        </p:txBody>
      </p:sp>
      <p:sp>
        <p:nvSpPr>
          <p:cNvPr id="70" name="Docer Falling Dust PPT demo 9"/>
          <p:cNvSpPr/>
          <p:nvPr/>
        </p:nvSpPr>
        <p:spPr>
          <a:xfrm>
            <a:off x="7150080" y="1010166"/>
            <a:ext cx="0059797" cy="1600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00000"/>
              </a:lnSpc>
            </a:pPr>
            <a:r>
              <a:rPr lang="zh-CN" altLang="en-US" sz="0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00B0601000000000001" charset="-100"/>
                <a:ea typeface="汉仪雅酷黑 65W" panose="000B0601000000000001" charset="-100"/>
                <a:cs typeface="+mn-ea"/>
                <a:sym typeface="汉仪旗黑-55简" panose="00000600010101010101" charset="-108"/>
              </a:rPr>
              <a:t>模块</a:t>
            </a:r>
            <a:r>
              <a:rPr lang="zh-CN" altLang="en-US" sz="0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00B0601000000000001" charset="-100"/>
                <a:ea typeface="汉仪雅酷黑 65W" panose="000B0601000000000001" charset="-100"/>
                <a:cs typeface="+mn-ea"/>
                <a:sym typeface="汉仪旗黑-55简" panose="00000600010101010101" charset="-108"/>
              </a:rPr>
              <a:t>三：addEdge()</a:t>
            </a:r>
            <a:endParaRPr lang="zh-CN" altLang="en-US" sz="0000" dirty="0" smtClean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00B0601000000000001" charset="-100"/>
              <a:ea typeface="汉仪雅酷黑 65W" panose="000B0601000000000001" charset="-100"/>
              <a:cs typeface="+mn-ea"/>
              <a:sym typeface="汉仪旗黑-55简" panose="00000600010101010101" charset="-108"/>
            </a:endParaRPr>
          </a:p>
        </p:txBody>
      </p:sp>
      <p:sp>
        <p:nvSpPr>
          <p:cNvPr id="8" name="Docer Falling Dust PPT demo 9"/>
          <p:cNvSpPr/>
          <p:nvPr/>
        </p:nvSpPr>
        <p:spPr>
          <a:xfrm>
            <a:off x="8000510" y="0015601"/>
            <a:ext cx="0059797" cy="1600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00000"/>
              </a:lnSpc>
            </a:pPr>
            <a:r>
              <a:rPr lang="zh-CN" altLang="en-US" sz="0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00B0601000000000001" charset="-100"/>
                <a:ea typeface="汉仪雅酷黑 65W" panose="000B0601000000000001" charset="-100"/>
                <a:cs typeface="+mn-ea"/>
                <a:sym typeface="汉仪旗黑-55简" panose="00000600010101010101" charset="-108"/>
              </a:rPr>
              <a:t>模块</a:t>
            </a:r>
            <a:r>
              <a:rPr lang="zh-CN" altLang="en-US" sz="0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00B0601000000000001" charset="-100"/>
                <a:ea typeface="汉仪雅酷黑 65W" panose="000B0601000000000001" charset="-100"/>
                <a:cs typeface="+mn-ea"/>
                <a:sym typeface="汉仪旗黑-55简" panose="00000600010101010101" charset="-108"/>
              </a:rPr>
              <a:t>四：dijkstra()</a:t>
            </a:r>
            <a:endParaRPr lang="zh-CN" altLang="en-US" sz="0000" dirty="0" smtClean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00B0601000000000001" charset="-100"/>
              <a:ea typeface="汉仪雅酷黑 65W" panose="000B0601000000000001" charset="-100"/>
              <a:cs typeface="+mn-ea"/>
              <a:sym typeface="汉仪旗黑-55简" panose="00000600010101010101" charset="-108"/>
            </a:endParaRPr>
          </a:p>
        </p:txBody>
      </p:sp>
      <p:pic>
        <p:nvPicPr>
          <p:cNvPr id="000" name="mod01.png"/>
          <p:cNvPicPr>
            <a:picLocks noChangeAspect="1"/>
          </p:cNvPicPr>
          <p:nvPr/>
        </p:nvPicPr>
        <p:blipFill>
          <a:blip r:embed="rIdImg1010"/>
          <a:stretch>
            <a:fillRect/>
          </a:stretch>
        </p:blipFill>
        <p:spPr>
          <a:xfrm>
            <a:off x="000000" y="1000000"/>
            <a:ext cx="0800000" cy="1600000"/>
          </a:xfrm>
          <a:prstGeom prst="rect">
            <a:avLst/>
          </a:prstGeom>
        </p:spPr>
      </p:pic>
      <p:pic>
        <p:nvPicPr>
          <p:cNvPr id="001" name="mod00.png"/>
          <p:cNvPicPr>
            <a:picLocks noChangeAspect="1"/>
          </p:cNvPicPr>
          <p:nvPr/>
        </p:nvPicPr>
        <p:blipFill>
          <a:blip r:embed="rIdImg1010"/>
          <a:stretch>
            <a:fillRect/>
          </a:stretch>
        </p:blipFill>
        <p:spPr>
          <a:xfrm>
            <a:off x="0050000" y="1000000"/>
            <a:ext cx="0800000" cy="1600000"/>
          </a:xfrm>
          <a:prstGeom prst="rect">
            <a:avLst/>
          </a:prstGeom>
        </p:spPr>
      </p:pic>
      <p:pic>
        <p:nvPicPr>
          <p:cNvPr id="000" name="mod00.png"/>
          <p:cNvPicPr>
            <a:picLocks noChangeAspect="1"/>
          </p:cNvPicPr>
          <p:nvPr/>
        </p:nvPicPr>
        <p:blipFill>
          <a:blip r:embed="rIdImg1011"/>
          <a:stretch>
            <a:fillRect/>
          </a:stretch>
        </p:blipFill>
        <p:spPr>
          <a:xfrm>
            <a:off x="6000000" y="1000000"/>
            <a:ext cx="0800000" cy="1600000"/>
          </a:xfrm>
          <a:prstGeom prst="rect">
            <a:avLst/>
          </a:prstGeom>
        </p:spPr>
      </p:pic>
      <p:pic>
        <p:nvPicPr>
          <p:cNvPr id="000" name="mod01.png"/>
          <p:cNvPicPr>
            <a:picLocks noChangeAspect="1"/>
          </p:cNvPicPr>
          <p:nvPr/>
        </p:nvPicPr>
        <p:blipFill>
          <a:blip r:embed="rIdImg1015"/>
          <a:stretch>
            <a:fillRect/>
          </a:stretch>
        </p:blipFill>
        <p:spPr>
          <a:xfrm>
            <a:off x="000000" y="0950000"/>
            <a:ext cx="0800000" cy="1600000"/>
          </a:xfrm>
          <a:prstGeom prst="rect">
            <a:avLst/>
          </a:prstGeom>
        </p:spPr>
      </p:pic>
      <p:pic>
        <p:nvPicPr>
          <p:cNvPr id="001" name="mod05.png"/>
          <p:cNvPicPr>
            <a:picLocks noChangeAspect="1"/>
          </p:cNvPicPr>
          <p:nvPr/>
        </p:nvPicPr>
        <p:blipFill>
          <a:blip r:embed="rIdImg1016"/>
          <a:stretch>
            <a:fillRect/>
          </a:stretch>
        </p:blipFill>
        <p:spPr>
          <a:xfrm>
            <a:off x="0050000" y="0950000"/>
            <a:ext cx="0800000" cy="1600000"/>
          </a:xfrm>
          <a:prstGeom prst="rect">
            <a:avLst/>
          </a:prstGeom>
        </p:spPr>
      </p:pic>
      <p:pic>
        <p:nvPicPr>
          <p:cNvPr id="005" name="mod06.png"/>
          <p:cNvPicPr>
            <a:picLocks noChangeAspect="1"/>
          </p:cNvPicPr>
          <p:nvPr/>
        </p:nvPicPr>
        <p:blipFill>
          <a:blip r:embed="rIdImg1017"/>
          <a:stretch>
            <a:fillRect/>
          </a:stretch>
        </p:blipFill>
        <p:spPr>
          <a:xfrm>
            <a:off x="6000000" y="0950000"/>
            <a:ext cx="0800000" cy="1600000"/>
          </a:xfrm>
          <a:prstGeom prst="rect">
            <a:avLst/>
          </a:prstGeom>
        </p:spPr>
      </p:pic>
      <p:pic>
        <p:nvPicPr>
          <p:cNvPr id="800" name="mod01.png"/>
          <p:cNvPicPr>
            <a:picLocks noChangeAspect="1"/>
          </p:cNvPicPr>
          <p:nvPr/>
        </p:nvPicPr>
        <p:blipFill>
          <a:blip r:embed="rIdN512"/>
          <a:stretch>
            <a:fillRect/>
          </a:stretch>
        </p:blipFill>
        <p:spPr>
          <a:xfrm>
            <a:off x="300000" y="1200000"/>
            <a:ext cx="2800000" cy="1600000"/>
          </a:xfrm>
          <a:prstGeom prst="rect">
            <a:avLst/>
          </a:prstGeom>
        </p:spPr>
      </p:pic>
      <p:pic>
        <p:nvPicPr>
          <p:cNvPr id="801" name="mod02.png"/>
          <p:cNvPicPr>
            <a:picLocks noChangeAspect="1"/>
          </p:cNvPicPr>
          <p:nvPr/>
        </p:nvPicPr>
        <p:blipFill>
          <a:blip r:embed="rIdN513"/>
          <a:stretch>
            <a:fillRect/>
          </a:stretch>
        </p:blipFill>
        <p:spPr>
          <a:xfrm>
            <a:off x="3250000" y="1200000"/>
            <a:ext cx="2800000" cy="1600000"/>
          </a:xfrm>
          <a:prstGeom prst="rect">
            <a:avLst/>
          </a:prstGeom>
        </p:spPr>
      </p:pic>
      <p:pic>
        <p:nvPicPr>
          <p:cNvPr id="802" name="mod03.png"/>
          <p:cNvPicPr>
            <a:picLocks noChangeAspect="1"/>
          </p:cNvPicPr>
          <p:nvPr/>
        </p:nvPicPr>
        <p:blipFill>
          <a:blip r:embed="rIdN514"/>
          <a:stretch>
            <a:fillRect/>
          </a:stretch>
        </p:blipFill>
        <p:spPr>
          <a:xfrm>
            <a:off x="6200000" y="1200000"/>
            <a:ext cx="2800000" cy="1600000"/>
          </a:xfrm>
          <a:prstGeom prst="rect">
            <a:avLst/>
          </a:prstGeom>
        </p:spPr>
      </p:pic>
      <p:pic>
        <p:nvPicPr>
          <p:cNvPr id="803" name="mod04.png"/>
          <p:cNvPicPr>
            <a:picLocks noChangeAspect="1"/>
          </p:cNvPicPr>
          <p:nvPr/>
        </p:nvPicPr>
        <p:blipFill>
          <a:blip r:embed="rIdN515"/>
          <a:stretch>
            <a:fillRect/>
          </a:stretch>
        </p:blipFill>
        <p:spPr>
          <a:xfrm>
            <a:off x="300000" y="2950000"/>
            <a:ext cx="2800000" cy="1600000"/>
          </a:xfrm>
          <a:prstGeom prst="rect">
            <a:avLst/>
          </a:prstGeom>
        </p:spPr>
      </p:pic>
      <p:pic>
        <p:nvPicPr>
          <p:cNvPr id="804" name="mod05.png"/>
          <p:cNvPicPr>
            <a:picLocks noChangeAspect="1"/>
          </p:cNvPicPr>
          <p:nvPr/>
        </p:nvPicPr>
        <p:blipFill>
          <a:blip r:embed="rIdN516"/>
          <a:stretch>
            <a:fillRect/>
          </a:stretch>
        </p:blipFill>
        <p:spPr>
          <a:xfrm>
            <a:off x="3250000" y="2950000"/>
            <a:ext cx="2800000" cy="1600000"/>
          </a:xfrm>
          <a:prstGeom prst="rect">
            <a:avLst/>
          </a:prstGeom>
        </p:spPr>
      </p:pic>
      <p:pic>
        <p:nvPicPr>
          <p:cNvPr id="805" name="mod06.png"/>
          <p:cNvPicPr>
            <a:picLocks noChangeAspect="1"/>
          </p:cNvPicPr>
          <p:nvPr/>
        </p:nvPicPr>
        <p:blipFill>
          <a:blip r:embed="rIdN517"/>
          <a:stretch>
            <a:fillRect/>
          </a:stretch>
        </p:blipFill>
        <p:spPr>
          <a:xfrm>
            <a:off x="6200000" y="2950000"/>
            <a:ext cx="2800000" cy="16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0" dur="indefinite" nodeType="mainSeq">
                <p:childTnLst>
                  <p:par>
                    <p:cTn id="0" fill="hold">
                      <p:stCondLst>
                        <p:cond delay="indefinite"/>
                      </p:stCondLst>
                      <p:childTnLst>
                        <p:par>
                          <p:cTn id="1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00" dur="1000"/>
                                        <p:tgtEl>
                                          <p:spTgt spid="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00" dur="1000" fill="hold"/>
                                        <p:tgtEl>
                                          <p:spTgt spid="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01" dur="1000" fill="hold"/>
                                        <p:tgtEl>
                                          <p:spTgt spid="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0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0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0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00" dur="1000"/>
                                        <p:tgtEl>
                                          <p:spTgt spid="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00" dur="1000" fill="hold"/>
                                        <p:tgtEl>
                                          <p:spTgt spid="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01" dur="1000" fill="hold"/>
                                        <p:tgtEl>
                                          <p:spTgt spid="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07" dur="1000"/>
                                        <p:tgtEl>
                                          <p:spTgt spid="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08" dur="1000" fill="hold"/>
                                        <p:tgtEl>
                                          <p:spTgt spid="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09" dur="1000" fill="hold"/>
                                        <p:tgtEl>
                                          <p:spTgt spid="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0" grpId="0" bldLvl="0" animBg="1"/>
      <p:bldP spid="6" grpId="0" bldLvl="0" animBg="1"/>
      <p:bldP spid="07" grpId="0" bldLvl="0" animBg="1"/>
      <p:bldP spid="08" grpId="0" bldLvl="0" animBg="1"/>
      <p:bldP spid="7" grpId="0" bldLvl="0" animBg="1"/>
      <p:bldP spid="01" grpId="0" bldLvl="0" animBg="1"/>
      <p:bldP spid="00" grpId="0" bldLvl="0" animBg="1"/>
      <p:bldP spid="00" grpId="0" bldLvl="0" animBg="1"/>
      <p:bldP spid="01" grpId="0" bldLvl="0" animBg="1"/>
      <p:bldP spid="05" grpId="0" bldLvl="0" animBg="1"/>
      <p:bldP spid="06" grpId="0" bldLvl="0" animBg="1"/>
      <p:bldP spid="07" grpId="0" bldLvl="0" animBg="1"/>
      <p:bldP spid="08" grpId="0"/>
      <p:bldP spid="10" grpId="0"/>
      <p:bldP spid="11" grpId="0"/>
      <p:bldP spid="11" grpId="0"/>
      <p:bldP spid="66" grpId="0"/>
      <p:bldP spid="69" grpId="0"/>
      <p:bldP spid="70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48360" y="37147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模块</a:t>
            </a:r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Dijkstra最短路径算法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①初始化dist/pre/visit  ②选未访问最小dist  ③松弛更新  ④递归回溯路径  </a:t>
            </a:r>
            <a:endParaRPr lang="zh-CN" altLang="en-US">
              <a:sym typeface="+mn-ea"/>
            </a:endParaRPr>
          </a:p>
        </p:txBody>
      </p:sp>
      <p:pic>
        <p:nvPicPr>
          <p:cNvPr id="400" name="alg01.png"/>
          <p:cNvPicPr>
            <a:picLocks noChangeAspect="1"/>
          </p:cNvPicPr>
          <p:nvPr/>
        </p:nvPicPr>
        <p:blipFill>
          <a:blip r:embed="rIdImg1018"/>
          <a:stretch>
            <a:fillRect/>
          </a:stretch>
        </p:blipFill>
        <p:spPr>
          <a:xfrm>
            <a:off x="300000" y="1200000"/>
            <a:ext cx="2800000" cy="1600000"/>
          </a:xfrm>
          <a:prstGeom prst="rect">
            <a:avLst/>
          </a:prstGeom>
        </p:spPr>
      </p:pic>
      <p:pic>
        <p:nvPicPr>
          <p:cNvPr id="401" name="alg02.png"/>
          <p:cNvPicPr>
            <a:picLocks noChangeAspect="1"/>
          </p:cNvPicPr>
          <p:nvPr/>
        </p:nvPicPr>
        <p:blipFill>
          <a:blip r:embed="rIdImg1019"/>
          <a:stretch>
            <a:fillRect/>
          </a:stretch>
        </p:blipFill>
        <p:spPr>
          <a:xfrm>
            <a:off x="3250000" y="1200000"/>
            <a:ext cx="2800000" cy="1600000"/>
          </a:xfrm>
          <a:prstGeom prst="rect">
            <a:avLst/>
          </a:prstGeom>
        </p:spPr>
      </p:pic>
      <p:pic>
        <p:nvPicPr>
          <p:cNvPr id="800" name="alg01.png"/>
          <p:cNvPicPr>
            <a:picLocks noChangeAspect="1"/>
          </p:cNvPicPr>
          <p:nvPr/>
        </p:nvPicPr>
        <p:blipFill>
          <a:blip r:embed="rIdN518"/>
          <a:stretch>
            <a:fillRect/>
          </a:stretch>
        </p:blipFill>
        <p:spPr>
          <a:xfrm>
            <a:off x="300000" y="1200000"/>
            <a:ext cx="2800000" cy="1600000"/>
          </a:xfrm>
          <a:prstGeom prst="rect">
            <a:avLst/>
          </a:prstGeom>
        </p:spPr>
      </p:pic>
      <p:pic>
        <p:nvPicPr>
          <p:cNvPr id="801" name="alg02.png"/>
          <p:cNvPicPr>
            <a:picLocks noChangeAspect="1"/>
          </p:cNvPicPr>
          <p:nvPr/>
        </p:nvPicPr>
        <p:blipFill>
          <a:blip r:embed="rIdN519"/>
          <a:stretch>
            <a:fillRect/>
          </a:stretch>
        </p:blipFill>
        <p:spPr>
          <a:xfrm>
            <a:off x="3250000" y="1200000"/>
            <a:ext cx="2800000" cy="16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48360" y="37147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关键代码解析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①启动口令校验 ②initSystem双层for ③dijkstra三数组+松弛 ④saveMap/loadMap文件读写  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ZmRmNmQ1MjlhNDc0M2Y1ODQwYWExY2EzNTQxNWUxYjkifQ=="/>
</p:tagLst>
</file>

<file path=ppt/theme/theme1.xml><?xml version="1.0" encoding="utf-8"?>
<a:theme xmlns:a="http://schemas.openxmlformats.org/drawingml/2006/main" name="Office 主题">
  <a:themeElements>
    <a:clrScheme name="自定义 441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3A6ECE"/>
      </a:accent1>
      <a:accent2>
        <a:srgbClr val="0F86FA"/>
      </a:accent2>
      <a:accent3>
        <a:srgbClr val="3A6ECE"/>
      </a:accent3>
      <a:accent4>
        <a:srgbClr val="0F86FA"/>
      </a:accent4>
      <a:accent5>
        <a:srgbClr val="3A6ECE"/>
      </a:accent5>
      <a:accent6>
        <a:srgbClr val="0F86FA"/>
      </a:accent6>
      <a:hlink>
        <a:srgbClr val="1B587C"/>
      </a:hlink>
      <a:folHlink>
        <a:srgbClr val="0D2C3E"/>
      </a:folHlink>
    </a:clrScheme>
    <a:fontScheme name="Temp">
      <a:majorFont>
        <a:latin typeface="汉仪旗黑-55简"/>
        <a:ea typeface="汉仪旗黑-55简"/>
        <a:cs typeface=""/>
      </a:majorFont>
      <a:minorFont>
        <a:latin typeface="汉仪旗黑-55简"/>
        <a:ea typeface="汉仪旗黑-55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旗黑-55简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旗黑-55简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715</Words>
  <Application>WPS 文字</Application>
  <PresentationFormat>宽屏</PresentationFormat>
  <Paragraphs>148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9" baseType="lpstr">
      <vt:lpstr>Arial</vt:lpstr>
      <vt:lpstr>宋体</vt:lpstr>
      <vt:lpstr>Wingdings</vt:lpstr>
      <vt:lpstr>汉仪旗黑-55简</vt:lpstr>
      <vt:lpstr>汉仪中黑KW</vt:lpstr>
      <vt:lpstr>汉仪雅酷黑 65W</vt:lpstr>
      <vt:lpstr>微软雅黑</vt:lpstr>
      <vt:lpstr>Calibri</vt:lpstr>
      <vt:lpstr>宋体</vt:lpstr>
      <vt:lpstr>Times New Roman</vt:lpstr>
      <vt:lpstr>微软雅黑</vt:lpstr>
      <vt:lpstr>汉仪旗黑</vt:lpstr>
      <vt:lpstr>宋体</vt:lpstr>
      <vt:lpstr>Arial Unicode MS</vt:lpstr>
      <vt:lpstr>Helvetica Neue</vt:lpstr>
      <vt:lpstr>汉仪书宋二KW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Organization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HL81829782</dc:creator>
  <cp:lastModifiedBy>流星雨</cp:lastModifiedBy>
  <cp:revision>31</cp:revision>
  <dcterms:created xsi:type="dcterms:W3CDTF">2026-05-28T07:32:30Z</dcterms:created>
  <dcterms:modified xsi:type="dcterms:W3CDTF">2026-05-28T07:32:30Z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4C0E0F39671F11F5E063356891F38799_41</vt:lpwstr>
  </property>
  <property fmtid="{D5CDD505-2E9C-101B-9397-08002B2CF9AE}" pid="3" name="KSOProductBuildVer">
    <vt:lpwstr>2052-6.12.1.8902</vt:lpwstr>
  </property>
  <property fmtid="{D5CDD505-2E9C-101B-9397-08002B2CF9AE}" pid="4" name="KSOTemplateUUID">
    <vt:lpwstr>v1.0_mb_Vrk/DjZQoi+mlAN/T92/KQ==</vt:lpwstr>
  </property>
</Properties>
</file>